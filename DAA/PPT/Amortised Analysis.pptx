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6:54:51.703"/>
    </inkml:context>
    <inkml:brush xml:id="br0">
      <inkml:brushProperty name="width" value="0.05292" units="cm"/>
      <inkml:brushProperty name="height" value="0.05292" units="cm"/>
      <inkml:brushProperty name="color" value="#FF0000"/>
    </inkml:brush>
  </inkml:definitions>
  <inkml:trace contextRef="#ctx0" brushRef="#br0">15515 15845 1644 0,'2'0'146'0,"-1"0"23"16,1-3 17-16,1 0 21 15,-3-1 21-15,3 0 20 16,-2-1 24 0,2 1 36-1,-3-1 35-15,0-1-74 0,0 2-19 16,0 1-17-16,0 0-14 15,-7 1-22-15,-6 0-19 16,-7 1-15 0,-7 1-25-16,-7 0-31 15,0 3-37-15,-3 2-26 16,0 4-19-16,6 2-8 16,-3 3 6-16,3-1 5 15,2 4 4 1,3 4-1-16,2 1 2 15,3 2 0-15,11 4 4 16,2 0 3-16,6 1-2 0,2 1 2 0,10 0-6 31,2-2 5-31,10-3-2 0,2-6 5 16,9-2-1 0,1-3 4-16,-3-5-5 15,-4-2 0-15,-4-4 11 0,-5-1 4 16,-6-2-6-16,-1 0-72 31,-5 0-123-31,0 0-305 16,-5 0-718-16,-1-3 0 15,2-3 0-15,2-2 0 16</inkml:trace>
  <inkml:trace contextRef="#ctx0" brushRef="#br0" timeOffset="401.88">15702 16108 2682 0,'-2'0'226'15,"2"-2"58"-15,-1 1 23 16,1 1 10-16,0-2 0 15,0 1-5-15,0 1 3 16,1 0-1-16,2 3 1 16,2 2-150-1,-1 8-61-15,7 4-52 0,-5 6-15 16,-6 5 3-16,1 3 11 16,1 1 29-1,-4 1 14-15,1 3 26 16,-2-1-2-16,0 0 7 15,3-3-5-15,-4-6-1 16,4-3-19-16,4-6-5 16,-4-3-83-1,3-6-91-15,6-2-231 0,10-13-976 16,3-6 0-16,3-7 0 16,1-16 0-16</inkml:trace>
  <inkml:trace contextRef="#ctx0" brushRef="#br0" timeOffset="564.85">15813 16083 3986 0,'-1'-6'152'0,"-1"2"-1"16,1 0-12-16,-1-3-91 15,2 7-120-15,20-3-808 16,-17 1 0-16,1-2 0 15,1-3 0 1</inkml:trace>
  <inkml:trace contextRef="#ctx0" brushRef="#br0" timeOffset="1494">15284 15575 2042 0,'0'1'207'0,"0"2"36"16,0 0 24-16,0-2 24 15,0-1 19-15,0 0 20 16,0 0 12-16,0 0 10 16,0 0 7-16,1-1-145 15,4-2-56-15,6-1-36 16,5-5-21-16,5-3-23 16,6-6-19-1,-2-2-18-15,-2 1-11 0,0-2-10 16,-6 2-1-1,-4-1 0-15,-2 3 11 16,-3 1 20-16,0 0 20 16,-5 3 31-16,0 3 12 15,-2 3 9-15,-1 0-9 16,0 6-13-16,0 1 3 16,0 1 1-16,3 3-8 15,1 10-18 1,3 0-22-16,0 7-17 0,5 4-7 15,2 1-6-15,-4 1 16 16,5 2 27-16,1-2 4 16,-3 0-1-1,1-2 3-15,-2-2 1 0,1 0 8 16,-5-8-13-16,-2 0 1 16,-3-6 5-16,2-2 9 31,-1-6 3-31,-4 2-14 15,1-5-2-15,-1 2-8 16,0-1-94-16,0 0-238 16,0-2-1261-16,0-4 0 15,-3-7 0-15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7:01:07.251"/>
    </inkml:context>
    <inkml:brush xml:id="br0">
      <inkml:brushProperty name="width" value="0.05292" units="cm"/>
      <inkml:brushProperty name="height" value="0.05292" units="cm"/>
      <inkml:brushProperty name="color" value="#FF0000"/>
    </inkml:brush>
  </inkml:definitions>
  <inkml:trace contextRef="#ctx0" brushRef="#br0">8933 17117 1838 0,'0'-6'150'15,"0"-1"29"-15,-3 0 19 16,3-4 28-16,-6 3 37 16,0 0 37-16,-5 1 22 15,1-2 14-15,-4 2 25 16,-4 2-93-16,-7-1-45 15,-7 3-26-15,-9 3-14 16,-5 2-19 0,-3 3-32-16,-2 7-33 15,2 3-22-15,6 4-11 16,9 4-21-16,4 2-7 16,7 1-3-1,10 2-1-15,1 0-5 0,6 1-6 16,4-1-3-16,2 1-4 15,6-2 5-15,6-4-3 16,2-2 4-16,7-3 0 16,12-3-4-16,1-4-6 15,3-1-32 1,-1-3-49 0,-4-1-128-16,-1-5-219 15,-8-8-630-15,-2 7 0 16,-2-1 0-16,-2-5 0 15</inkml:trace>
  <inkml:trace contextRef="#ctx0" brushRef="#br0" timeOffset="419.67">9034 17392 2891 0,'1'-4'155'15,"-1"-1"17"-15,0-1 6 16,2 1-1-16,-4 2-13 16,4 3-3-1,-2-2 6-15,3 7 20 16,-2 2 23-16,-1 6-83 15,2 8-25-15,-2 4-11 16,0 6 0-16,-2-1 4 16,-2 2 15-16,1 0 3 15,1-4-3-15,-1-3-18 32,2-3-22-32,1-5-39 15,0-5-67-15,3-3-110 0,7-6-206 16,8-13-140-16,5-4-401 15,4-10 0-15,0-9 0 16,-9-7 0-16</inkml:trace>
  <inkml:trace contextRef="#ctx0" brushRef="#br0" timeOffset="565.66">9174 17370 1604 0,'0'-4'210'31,"0"-1"17"-31,0 0 1 16,0 1-5-16,0-1-11 0,0 5-29 15,0 0-73-15,0 0-159 16,0-9-540-16,3 6 0 16,-3-1 0-1,3-4 0-15</inkml:trace>
  <inkml:trace contextRef="#ctx0" brushRef="#br0" timeOffset="1166.22">8794 16777 1627 0,'0'0'208'0,"0"0"39"16,-2 0 20-16,2 2 10 15,0-4 13-15,0 2 10 16,0 0 3-16,0-2 9 15,2 2 8-15,7-3-138 16,4-1-61-16,9-2-37 16,4-5-16-16,4-4-4 15,0-5-6-15,-5-1 8 16,-5-4 3 0,0 2 8-16,-11 2 13 15,0 1 3-15,-3 7 5 16,-5 1 1-16,-1 5-10 15,0 3-20-15,2 3-6 16,-1 5-17-16,1 6-1 16,1 9-14-1,0 9-20-15,-2 5-5 0,4 6-8 16,-2 0 0-16,4-1 5 16,-1-5 15-16,0-2-3 15,-1-2-53-15,0-3-157 16,5-6-293-16,-1 1-510 15,2-9 0 1,5-6 0-16,-4-3 0 0</inkml:trace>
  <inkml:trace contextRef="#ctx0" brushRef="#br0" timeOffset="1798.32">9746 17256 3346 0,'0'0'160'0,"0"-1"7"0,0 1-2 16,7-2 0-16,10 4 1 15,11-2 0 1,12-2 0-16,11 2 1 16,-2 0 0-1,-3 0-132-15,-12 0-103 16,-8 3-80-16,-8 0-98 15,-9 0-137 1,18-2-422-16,-38 9 0 16,-8 0 0-16</inkml:trace>
  <inkml:trace contextRef="#ctx0" brushRef="#br0" timeOffset="2100.92">9748 17474 2200 0,'0'5'121'0,"4"2"35"0,6-3 27 16,7 3 26-16,9-3 18 15,11-3 8 1,4-1 6-16,3 0 4 0,0 0 1 31,-1 0-85-31,-10 0-35 0,-6 0-34 16,-9 0-30-16,-9 0-25 15,-8 0-22 1,1 0-16-16,-2 0-47 16,0 0-68-16,0 0-137 15,3-1-178-15,-4 1-310 16,-3-2 0-16,3 2 0 0,-5 0 0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7:04:38.850"/>
    </inkml:context>
    <inkml:brush xml:id="br0">
      <inkml:brushProperty name="width" value="0.05292" units="cm"/>
      <inkml:brushProperty name="height" value="0.05292" units="cm"/>
      <inkml:brushProperty name="color" value="#FF0000"/>
    </inkml:brush>
  </inkml:definitions>
  <inkml:trace contextRef="#ctx0" brushRef="#br0">10715 17089 260 0,'0'2'-52'0,"0"0"0"0,0 7 0 15</inkml:trace>
  <inkml:trace contextRef="#ctx0" brushRef="#br0" timeOffset="1865.18">10734 17209 1781 0,'2'0'133'15,"-1"-4"19"-15,6 1 10 16,-4-1 16-16,3-2 17 15,-2 1 23-15,-2 0 29 16,-1 1 55-16,-1 1 52 16,0 1-55-16,0-1-24 15,0 0-11-15,-3 0-6 16,-3 1-8-16,-4-4-18 16,-5 3-15-16,-2 2-22 15,-7-1-52-15,2 1-50 16,-6 1-26-16,1 1-17 15,3 2-1-15,-2 4-1 32,2 3 3-32,2 7 12 0,4 2 3 0,-3 5 8 31,7 5-5-31,2 0 0 16,6 2 3-16,5 1-7 15,1-2 1-15,6 0 5 16,5-7-5-16,8 1 1 15,5-5-43-15,6-4-98 16,-2-5-35-16,3-3-127 16,-3-4-276-16,1-41-698 15,-6 31 0-15,1-4 0 16,-3-3 0-16</inkml:trace>
  <inkml:trace contextRef="#ctx0" brushRef="#br0" timeOffset="2222.91">11048 17392 4331 0,'-3'-4'139'16,"3"2"-3"-16,-2-4-9 15,2 3-4-15,0 3 8 16,3 3 6-16,3 7 10 16,2 8 17-1,-4 4 13-15,3 10-101 0,-5 3-18 32,0 4 20-32,-2-2 25 0,0 3 0 15,0-4-1-15,0 1 4 16,0-8-8-16,0-4-34 15,0-4-104 1,1-9-117 0,14-5-361-16,-3-13-619 0,8-10 0 0,1-16 0 15</inkml:trace>
  <inkml:trace contextRef="#ctx0" brushRef="#br0" timeOffset="2422.57">11212 17276 4286 0,'-3'-10'173'16,"0"0"14"-16,0 0-3 15,3-1-4-15,0 7-3 16,0 3-3-16,0-1-38 16,0 2-105-16,0 0-152 15,12 0-412-15,-11 3-441 16,2-3 0-16,2 0 0 15,1 0 0-15</inkml:trace>
  <inkml:trace contextRef="#ctx0" brushRef="#br0" timeOffset="3537.54">12016 17232 3360 0,'-5'0'231'0,"2"-1"34"0,1 1 8 16,-1-3-7-16,8 3 9 15,16-1 7 1,12 0 4-16,19-4 2 0,15 1 1 15,8-1-180-15,-1-2-51 16,-9 2-32-16,-9 3-10 16,-11 0 2-16,-14 2-17 15,-11 2-32-15,-11-2-56 16,-6 4-129 0,-6 0-259-16,-15-44-571 0,-8 42 0 31,3-2 0-31,-12-5 0 0</inkml:trace>
  <inkml:trace contextRef="#ctx0" brushRef="#br0" timeOffset="3792.23">12276 16962 4352 0,'0'-6'171'0,"0"-1"-4"16,0 1 19-16,0 7 89 15,0 15 88 1,0 17 26-16,0 16 10 16,0 9 1-16,-4 10-1 15,4 1-156-15,-3-5-14 16,3-4 3-16,0-6-18 16,0-3-163-16,0-9-308 15,7-6-374-15,-4-13-805 16,4-10 0-16,3-12 0 15,4-12 0-15</inkml:trace>
  <inkml:trace contextRef="#ctx0" brushRef="#br0" timeOffset="4522.33">13570 16981 2842 0,'-19'-9'137'16,"-8"-2"28"-16,-5 1 30 0,-6-1 34 16,2 7 14-16,0 5 12 15,0 9 13 16,2 8 10-31,-1 10 13 16,6 15-87-16,10 7-21 16,5 6-15-16,8 7-24 0,11-4-20 15,13-4 4-15,10-5 9 16,15-4 8 0,17-14 20-16,9-9 16 0,3-14 7 15,7-9-7 1,-12-13-4-16,-6-12 3 0,-14-8-15 15,-13-10-21-15,-21-9-35 16,-6-1-38-16,-18-1-64 16,-12 4-116-16,-10 5-92 15,-5 11-130-15,-4 9-237 16,6-5-731 0,3 16 0-16,12 3 0 0</inkml:trace>
  <inkml:trace contextRef="#ctx0" brushRef="#br0" timeOffset="4840.06">13701 16744 3662 0,'-4'0'77'0,"-9"7"47"0,-7 10 47 16,-9 19 35 0,-7 21 27-16,-9 22 14 15,3 14 5-15,0 8 13 0,-1 4 17 16,1-4-48-16,3-8-21 16,8-4-45-16,2-10-43 15,5-6-38-15,0-9-101 31,7-10-197-31,10-10-384 16,-4-17-510-16,8-14 0 16,5-19 0-16,7-17 0 15</inkml:trace>
  <inkml:trace contextRef="#ctx0" brushRef="#br0" timeOffset="5672.35">14370 16857 2110 0,'0'-7'245'0,"0"-4"39"16,-8 1 16 0,2-1 19-16,-8 4 27 15,-8 4 24-15,-10 6 16 0,-8 12 20 16,-7 13 15-16,-1 12-159 15,1 17-36-15,3 10-12 32,16 4-1-32,5 0-17 15,16-5-19-15,2-7-23 16,14-4-7-16,7-8-7 16,8-8-64-16,4-7-104 15,12-9-129 1,4-12-258-16,8-17-863 0,0-3 0 15,3-17 0-15,-1-14 0 16</inkml:trace>
  <inkml:trace contextRef="#ctx0" brushRef="#br0" timeOffset="6220.92">14627 16917 3710 0,'0'-12'194'0,"0"3"-16"16,0 0 10-16,0 5 30 31,2 15 25-31,-2 17 10 0,0 17 10 0,0 9 22 31,-2 9 6-31,1 1-157 16,-4-3-31-16,2-6 21 16,1-11-10-16,-2-8-18 15,3-11 77-15,-2-11 16 16,0-9-1-16,-3-13-26 15,-2-14-1-15,2-16-13 16,2-13-6-16,1-16-2 16,6-1 5-16,5-3-17 15,6 8-108 1,1 9-29-16,6 11-16 0,6 6 8 16,2 10-16-16,6 7 7 0,-1 8-18 15,7 7-8-15,-4 10-11 16,1 10 16-16,-5 13 10 31,-3 8 20-31,-7 15 31 16,-11 9 9-16,-6 6 18 15,-3 2 9-15,-5 1 18 16,-5-3 6-16,-1-8 6 16,-5-6-11-16,-8-9-5 15,-12-8-16-15,-5-10-23 16,-9-10-14-16,0-10-97 15,-1-5-169-15,3-2-181 16,17-14-347-16,-3-2-542 16,14-5 0-16,9-9 0 15,11-4 0-15</inkml:trace>
  <inkml:trace contextRef="#ctx0" brushRef="#br0" timeOffset="6652.39">15247 17156 3635 0,'0'-6'109'0,"0"1"-6"16,3 2 2-16,0 0 20 31,5 12 22-31,-2 5 25 0,-2 8 24 16,-1 4 20-1,-1 10 14-15,-5 2-102 0,-3 4 4 16,0-1 10-16,-2 0-1 16,2-4-17-16,5-3-31 15,-1-9-124 1,5-7-168-16,32-10-914 16,-20-8 0-16,-1-11 0 15,3-14 0-15</inkml:trace>
  <inkml:trace contextRef="#ctx0" brushRef="#br0" timeOffset="6785.46">15331 17096 2767 0,'-3'-8'118'0,"3"-2"-16"16,0-1-143-16,5-2-169 16,1 6-337-16,3 0 0 15,5-1 0-15,4-4 0 16</inkml:trace>
  <inkml:trace contextRef="#ctx0" brushRef="#br0" timeOffset="7105.42">15640 16786 3571 0,'5'-3'94'0,"5"3"57"15,11 4 50 1,5 9 33-16,7 9 36 16,5 10 71-16,7 12 75 15,-2 7 41-15,0 6 10 16,-5 4-55-16,-4-1-38 16,-10 2-58-16,-11-2-49 15,-6-4-33-15,-7-5-37 16,-13-3-71-16,-8-5-74 15,-9-9-41-15,-7-4-167 16,-8-7-243 0,2-12-1128-1,6-7 0-15,10-8 0 16,9-11 0-16</inkml:trace>
  <inkml:trace contextRef="#ctx0" brushRef="#br0" timeOffset="7654.19">16921 17244 5036 0,'10'-2'77'0,"3"2"16"0,11 0 14 16,15-1 31-16,15 2 68 31,12-2 33-31,9 1 19 16,8 0 12-16,-1 0 6 15,-13-2-39 1,-17 1-20-16,-15 0-16 0,-18 1 5 16,-14-2-24-16,-4 2-68 15,-7-1-96-15,-6 1-190 16,-3 1-223 0,-1-1-1066-16,0 3 0 15,5-3 0-15,6 0 0 16</inkml:trace>
  <inkml:trace contextRef="#ctx0" brushRef="#br0" timeOffset="8655.45">18369 17028 3214 0,'-7'-10'187'0,"-6"0"2"16,-4 1 9-16,-9-1 13 31,-3 10 20-31,-4 7 19 0,-1 12 24 15,-3 16 18 1,3 10 16-16,1 12-111 0,10 7-11 31,9 3 1-31,7-3 4 16,17-5 12-16,14-6 9 16,16-7 14-16,12-9 2 15,21-12-6-15,9-11-17 0,1-11-44 0,-1-13-20 16,-10-10-4-16,-16-11-13 15,-16-9-26-15,-19-10-27 32,-15-4-35-32,-12-6-44 15,-15 1-76-15,-3 4-73 16,-6 5-71-16,-5 12-73 16,2 9-136-16,10 9-233 15,-2-3-588 1,6 16 0-16,5 1 0 0,8 1 0 15</inkml:trace>
  <inkml:trace contextRef="#ctx0" brushRef="#br0" timeOffset="8970.33">18607 16765 3823 0,'0'0'132'16,"-3"5"59"-16,-8 11 39 15,-7 20 74-15,-10 20 60 16,-16 23 20-16,-12 20 17 16,-2 11 6-16,-6 1 1 15,3 0-76-15,7-5-43 16,4-6-53-16,2-7-33 15,7-11-94-15,5-11-262 16,6-11-259-16,13-27-1037 16,11-11 0-16,9-16 0 15,9-24 0-15</inkml:trace>
  <inkml:trace contextRef="#ctx0" brushRef="#br0" timeOffset="9837.56">19460 16946 3005 0,'-4'-3'149'0,"-7"-1"28"0,-2 0 29 15,-10 1 35 1,-4 6 28-16,-4 6 22 0,-12 12 22 16,2 13 25-1,-5 16 31-15,5 10-99 16,8 5-22-16,11 2-12 0,11-5-20 16,9-4-30-1,15-8-12-15,8-5-12 16,10-7-7-16,7-6-59 0,13-9-163 15,4-7-187 1,15-9-380-16,-2-12-595 16,0-10 0-1,-4-17 0-15,-3-11 0 16</inkml:trace>
  <inkml:trace contextRef="#ctx0" brushRef="#br0" timeOffset="10337.9">19810 16981 4023 0,'0'-7'129'16,"0"2"24"-16,1 7 29 15,2 8 26-15,-1 16 14 16,-2 19 29-16,-2 10 16 16,-2 9 4-16,-2 2 12 15,1-6-116-15,-3-6 6 16,3-7-14-16,-1-11-19 15,6-11 63 1,-3-11 4-16,3-8-28 0,0-13-17 16,0-16-3-16,0-13-12 15,4-16-12-15,6-17-16 16,9-9-3-16,3 2-9 16,8 2-93-16,0 13-26 15,3 11-2 1,1 14-4-16,-1 9-4 15,4 12-9-15,7 8-8 16,-2 10 5-16,5 11 5 16,-5 9 15-16,-3 15 18 15,-7 9 8-15,-10 12 3 16,-5 7 2-16,-13 1 5 16,-8 0 9-16,-10-3 8 15,-8-6 3-15,-10-6-11 16,-10-8-16-16,-11-10-15 15,-5-9-196-15,2-12-211 16,2-11-1110-16,10-8 0 31,18-12 0-31,13-8 0 0</inkml:trace>
  <inkml:trace contextRef="#ctx0" brushRef="#br0" timeOffset="10748.06">20457 17280 2966 0,'5'0'90'0,"0"0"35"16,1 4 56-16,0 9 47 16,0 12 40-16,-2 8 30 15,-1 10 10 1,-3 6 7-1,1 1 0-15,-1 1-77 16,4-5-6-16,1-6-32 16,2-5-81-16,0-9-140 15,10-12-289-15,3-32-800 16,4 8 0-16,2-12 0 16,1-14 0-16</inkml:trace>
  <inkml:trace contextRef="#ctx0" brushRef="#br0" timeOffset="10895.48">20674 17228 4445 0,'-2'-5'77'15,"1"-2"-22"-15,1 0-92 16,0 3-213-16,0-20-608 16,6 20 0-16,2 0 0 15</inkml:trace>
  <inkml:trace contextRef="#ctx0" brushRef="#br0" timeOffset="11406.46">21215 17301 3829 0,'0'0'213'0,"0"-2"23"15,0 2 4-15,3-1 11 16,10 2 20-16,15-1 26 15,12-1 8-15,18 1 11 16,13 0 22-16,-1 0-170 16,-3 0-31-16,-9 0-18 15,-17 0-7-15,-14 0-106 16,-14 0-148-16,-6 0-344 16,-10-42-756-16,-7 35 0 15,3 0 0-15</inkml:trace>
  <inkml:trace contextRef="#ctx0" brushRef="#br0" timeOffset="11748.12">21978 17086 5780 0,'3'-5'247'16,"-3"1"-11"-16,2-1-1 15,-1 3 22-15,-1 10 1 32,0 11-1-32,2 9 0 0,3 9 0 0,1 10 0 15,1-1-161-15,1 1-85 16,-1-2 10-16,-2-4 1 15,-2-3-22-15,-3-3 0 16,0-4-278 0,0-3-459-1,-2-8-698-15,2-11 0 0,8-10 0 16,14-20 0 0</inkml:trace>
  <inkml:trace contextRef="#ctx0" brushRef="#br0" timeOffset="12235.49">22406 16843 3281 0,'3'-4'115'16,"8"1"17"0,9 1 20-1,12 2 29-15,10 7 28 16,16 13 32-16,3 12 15 16,6 11 10-16,-4 14 16 15,-5 13-66-15,-14 2-9 16,-17 9 12-16,-16 6-6 15,-26 4-18-15,-24 1-21 16,-25 5-130-16,-12-1-146 16,-3-5-403-16,-14-5-650 15,0-15 0-15,-1-19 0 16,-8-20 0-16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7:07:59.344"/>
    </inkml:context>
    <inkml:brush xml:id="br0">
      <inkml:brushProperty name="width" value="0.05292" units="cm"/>
      <inkml:brushProperty name="height" value="0.05292" units="cm"/>
      <inkml:brushProperty name="color" value="#FF0000"/>
    </inkml:brush>
  </inkml:definitions>
  <inkml:trace contextRef="#ctx0" brushRef="#br0">4181 9793 389 0,'0'-4'32'0,"0"0"9"0,0 0 6 15,0 1 0 1,0 1 3-16,0 0-2 0,0 2 2 15,0 0 1 1,0 0-2-16,0-2-23 16,0 1-34-16,3-2-156 15,-3 3 0-15,1-1 0 16,-1-1 0-16</inkml:trace>
  <inkml:trace contextRef="#ctx0" brushRef="#br0" timeOffset="566.35">4169 9654 1144 0,'0'-7'231'0,"0"-1"40"16,-3-5 34 0,-3-1 24-16,-6 1 18 0,-9 4 12 15,-12 4 11 1,-15 5 10-16,-11 8 12 0,-7 13-137 15,-4 11-75-15,4 14-37 16,10 11-29-16,11 8-22 16,12 6-15-16,12 1-8 15,15-4-9-15,7-4-8 16,13-8-5 0,21-6-6-1,24-11-2-15,17-9 4 0,20-14 0 0,12-9 5 16,0-16-3-16,-4-12-1 15,-12-12 3-15,-14-11 5 16,-21-12-3-16,-18-7-2 31,-22-1-8-31,-10-2-9 16,-19 4-5-16,-9 10-9 16,-13 6-27-16,2 7-65 15,-10 10-125-15,7 7-245 16,5-3-572-16,6 15 0 15,9 3 0-15,9 0 0 16</inkml:trace>
  <inkml:trace contextRef="#ctx0" brushRef="#br0" timeOffset="902.94">4413 9461 3116 0,'-14'1'14'0,"-8"13"22"0,-13 13 12 15,-7 19 10-15,-3 15 16 16,-4 19 17-16,1 11 24 31,-4 2 22-15,-1 1 17-16,2-4 15 15,0-3-13-15,5-12-18 0,9-10-10 16,5-8-6-16,8-9-12 16,8-15-21-16,7-6-67 15,4-8-96-15,7-11-225 16,5-37-581 0,11 18 0-16,0-13 0 0,12-10 0 15</inkml:trace>
  <inkml:trace contextRef="#ctx0" brushRef="#br0" timeOffset="1979.35">5129 9629 2587 0,'-7'-5'117'31,"-1"-1"19"-31,-7 0 20 0,-8 2 18 0,-7 7 25 16,-4 11 15-16,-3 10 9 16,0 12 9-16,3 8 4 15,8 9-78-15,8 7-28 16,6-1-18 0,6 2-15-16,3-2-15 15,9-6-18-15,6-6-10 16,3-4-6-16,9-7-35 15,8-8-94-15,4-6-148 16,15-13-715-16,-4-6 0 16,1-15 0-16,3-10 0 15</inkml:trace>
  <inkml:trace contextRef="#ctx0" brushRef="#br0" timeOffset="2567.89">5462 9719 3130 0,'0'-5'198'0,"0"-2"-2"16,0 3-39-16,0-2-8 16,2 6 19-16,2 13 19 15,-3 8 11-15,1 10 10 16,-1 11 5-16,-1 11-132 15,0 5-57 1,0-2 6-16,0-2 40 0,-1-5 13 16,-2-6-18-1,0-10-13-15,-1-6 3 0,2-12 41 32,-4-8 2-32,0-7 1 15,-9-11-6-15,4-14-5 16,-4-13 3-1,8-17-8-15,4-12 7 0,4-3-8 16,4-2-19-16,7 7-54 16,1 8-14-16,7 8-7 15,5 8-1-15,5 10-1 16,7 6-11-16,6 8 1 16,4 13-10-16,3 6 3 15,-2 13 7-15,-9 13-2 16,-4 8 7-16,-10 11 6 15,-10 9 1-15,-6 3 0 32,-6 5 12-32,-3-1 6 0,-6-2 3 15,-3-3 4-15,-6-6 7 0,-7-11 12 32,-3-3 14-32,-6-10 8 15,-8-4 13-15,-5-11-46 16,-2-6-101-16,-1-4-204 0,5-18-875 15,10-2 0 1,14-11 0-16,15-4 0 16</inkml:trace>
  <inkml:trace contextRef="#ctx0" brushRef="#br0" timeOffset="2958.45">6103 9915 2493 0,'2'0'23'15,"1"0"21"-15,0 7 29 16,2 4 34-16,-3 12 33 16,1 4 28-16,-3 9 25 31,0 6 12-15,0-3 7-16,0 0-16 15,0-1 5-15,-3-6-16 16,3-7-37-16,0-4-106 0,3-9-148 15,14-8-758-15,4-8 0 16,4-8 0-16,5-15 0 16</inkml:trace>
  <inkml:trace contextRef="#ctx0" brushRef="#br0" timeOffset="3119.95">6325 9869 3576 0,'-3'-8'106'15,"-1"-2"5"-15,3 2-18 16,-1 0-122-16,4-1-234 16,3 2-455-16,5-1 0 15,2-3 0-15,6-4 0 16</inkml:trace>
  <inkml:trace contextRef="#ctx0" brushRef="#br0" timeOffset="3434.39">6559 9422 3913 0,'2'-8'117'16,"-2"-1"-34"-16,6 2 9 0,9 5 17 15,10 14 10 1,7 17 11-16,7 13 5 0,-1 11 7 16,-4 11 1-1,0 2-100-15,-6 4-3 16,-4-3 33-16,-6-1-5 0,-4-3-10 16,-11-5-4-16,-6-2-41 15,-8-6-142-15,1-6-344 16,-20-3-473-16,-10-11 0 15,-12-12 0 1</inkml:trace>
  <inkml:trace contextRef="#ctx0" brushRef="#br0" timeOffset="6865.2">7762 9710 1889 0,'0'-4'151'0,"0"-3"24"16,0 0 31-16,-3-2 15 0,3 2 11 16,-3 3-3-1,-3 3 4 1,-8-1 0-16,-2 8 7 0,-5 4-111 16,-3 8-30-16,0 8-19 0,1 10-26 15,5 2-15 1,10 2-5-16,4-1 4 15,4-2 3 1,7-3 8-16,4-5-1 16,7-10 4-16,9-6 6 15,11-8 0-15,1-10-1 16,6-10 2-16,-7-9-2 16,-5-7-2-16,-9-6-5 15,-8-6-2-15,-7 3-2 16,-6 2 9-16,-1 5 12 15,-2 6 16-15,0 8 10 16,0 8-14-16,0 2-10 16,0 8 4-16,0 2-4 15,0 11-6-15,0 4-1 0,-2 11-19 16,2 5-20 15,0 8-22-31,-1-3-10 0,1 1 8 16,0-1 9-1,0-5-3-15,-2-4-10 16,2 0-65-16,0-6-138 16,3-8-231-16,3-46-565 15,7 33 0-15,3-9 0 16,8-6 0-16</inkml:trace>
  <inkml:trace contextRef="#ctx0" brushRef="#br0" timeOffset="7928.71">8135 9812 2852 0,'0'-11'190'16,"0"-1"25"-16,0-1 4 15,0-1-4 1,2 5-9-16,1 3 2 0,7 3-6 16,8 2-9-1,3 1-5-15,8 3-144 0,-4 7-55 16,-3 8-22-16,-7 4-6 15,-3 11 11-15,-9 2 7 16,-3 1 0 15,0 0 4-31,-3-3 17 16,0-8 18-16,0-4 40 16,3-4 65-16,-6-11 9 15,1-4 5-15,-2-11-5 16,-1-9 3-16,5-9-3 15,0-8 0-15,6-5-9 16,6 1-16-16,5 4-37 0,-2 6-61 16,6 7-17-16,-6 7-16 15,3 6-8-15,-2 7-4 16,1 4-1-16,-2 8 2 16,-1 8 2-1,-1 7 6-15,-4 4-1 16,-3 5 2-1,2 0 5-15,-1-4 16 16,1-1 5-16,2-7 6 16,-1-8 6-16,2-3 11 15,7-7 1-15,6-9-1 16,0-8-1-16,4-12-2 16,-3-7-3-1,-3-7-1-15,-8-1 2 0,-4 4-3 16,-5 5 1-16,-1 11-15 15,-1 7-14-15,-5 7 4 16,-3 9-2-16,0 10 1 16,-3 12 2-16,0 8 0 15,5 6-2 1,6 5 2-16,-3-3-2 0,9-4 4 0,4-5 17 31,2-8 8-31,12-9 8 0,9-9 4 16,3-10 5-1,2-16 4-15,-2-8 2 0,-7-15 0 32,-8-10-1-32,-12-13-5 0,-4-5-7 15,-1-3-12-15,-10 2-1 16,2 4 1-16,-6 10 31 16,3 6 16-16,-3 10 12 15,2 12-1 1,5 8-15-16,0 6-8 0,3 12-7 15,0 8-1 1,0 16-3-16,-6 16 4 0,-3 14-36 16,0 15-19-16,-3 9-4 15,1 2 1-15,7-2 12 16,5-3 16-16,6-7 4 16,3-7 8-16,6-9 5 31,4-7-4-31,5-15 16 0,1-5 2 0,4-10 4 31,3-8 8-31,2-5 1 16,-2-7 3-16,-1-4 8 15,-9-1-7-15,-10-2-20 16,-4-1-107-16,-5 7-118 16,-8 5-163-16,4 2-332 15,-9 4-513-15,-2 1 0 16,-1-1 0-16,8-1 0 15</inkml:trace>
  <inkml:trace contextRef="#ctx0" brushRef="#br0" timeOffset="9496.44">10203 9546 2445 0,'-12'-8'132'15,"-4"-4"23"-15,-10 1 13 16,-7 0 11-16,2 6 24 15,-3 3 21-15,-2 4 13 16,0 5 21-16,-2 8 21 16,-4 7-76-16,2 11-31 15,2 12-13-15,2 5-7 16,9 4-6-16,9 6-22 16,10-2-18-16,5 0-10 0,12-2-16 15,12-7-17 1,9-5-13-16,13-11-5 15,17-7 0 1,12-11-4-16,5-10-1 16,7-5 2-16,-2-14 1 15,-9-6 4-15,-11-12 3 16,-18-6 7-16,-14-9 3 16,-17-3 1-1,-9 1-6-15,-11 2-7 0,-11 4 0 16,-8 4-14-16,-1 4-7 15,-4 7-42 1,5 8-52-16,6 2-97 16,7 8-183-16,4 2-226 15,0 5-468-15,-6 0 0 16,-2 3 0-16,-4-1 0 16</inkml:trace>
  <inkml:trace contextRef="#ctx0" brushRef="#br0" timeOffset="10078.04">10305 9415 2343 0,'0'-3'155'0,"0"-1"3"16,-1 1-7-16,-5 1 19 16,-6 10 36-16,-7 11 16 15,-11 19 21-15,-5 12 26 16,-3 15 23-16,0 9-110 15,2 6-12-15,-3 1 3 16,5 0 13-16,-1-4-14 0,3-3-31 31,2-10-12-31,5-8-19 0,3-10-24 16,2-7-19-16,5-10-13 16,3-7-15-16,4-5-12 15,2-7-28-15,4-5-101 16,2-5-192-16,2-3-775 0,1-2 0 15,3-8 0 17,6-8 0-32</inkml:trace>
  <inkml:trace contextRef="#ctx0" brushRef="#br0" timeOffset="11026.89">11009 9543 2543 0,'-5'-4'145'0,"-4"0"17"16,-6 0 17-16,-9 1 34 16,-3 1 24-16,-9 12 22 15,-6 11 16-15,-2 11 12 16,-3 15 12-16,8 13-107 15,8 5-22-15,10 5-9 16,15-2-15-16,2-5-29 16,11-4-22-16,7-8-19 15,5-8-12-15,5-8-8 16,7-7-33-16,7-10-115 16,12-7-240-16,8-19-723 15,4-3 0-15,0-14 0 16</inkml:trace>
  <inkml:trace contextRef="#ctx0" brushRef="#br0" timeOffset="11593.68">11321 9635 3949 0,'0'-3'70'16,"0"3"30"-16,0 7 28 15,-5 12 14-15,-4 16 8 16,-4 12 4-16,-1 13 2 16,-2 4-1-1,2-2 3-15,3-5-72 0,5-4 6 16,1-11-31-16,0-7-18 16,3-14 11-16,0-9 10 15,-1-6-2-15,-1-15-1 16,-2-13 2-16,0-20-1 15,6-12-4-15,-3-14-2 16,9-4 3-16,7-2-10 31,4 9-27-31,0 6-21 16,7 11-5-16,4 6-3 16,1 10-6-16,4 10-3 15,5 8-7-15,2 7 0 16,-2 14-1-16,-2 10-2 15,-5 12 4-15,-7 10 4 16,-5 9 7-16,-12 5 3 16,-3 6 6-16,-5 3 5 15,-8 1 8-15,-4-4 6 16,-5-3 0-16,-5-5 5 16,-4-9 0-16,0-8 3 15,-3-8 2-15,1-8 0 16,-1-8-33-16,0-6-80 15,1-7-193-15,7-8-852 32,2-3 0-32,7-5 0 15,7-8 0-15</inkml:trace>
  <inkml:trace contextRef="#ctx0" brushRef="#br0" timeOffset="12093.35">11831 9836 3277 0,'0'-3'103'0,"0"1"-19"15,1-1-6-15,2 1 28 16,2 7 26-16,5 6 29 16,-4 7 25-16,0 5 18 15,-1 13 15-15,-5 2-79 16,0 2-8-16,-2 2 25 16,-1-2 10-16,0-5-26 15,2-6-24-15,-1-2-26 16,0-9-36-16,4-7-49 15,1-5-138-15,9-4-232 16,5-64-648-16,4 42 0 31,6-12 0-31</inkml:trace>
  <inkml:trace contextRef="#ctx0" brushRef="#br0" timeOffset="12256.1">12008 9822 2807 0,'-3'-4'134'16,"3"-2"1"-16,-2 0-16 16,1 0-54-16,1 3-92 15,3 0-215-15,-2 3-356 16,-1 3 0-16,4 0 0 16,-1-2 0-16</inkml:trace>
  <inkml:trace contextRef="#ctx0" brushRef="#br0" timeOffset="12494.28">12228 9960 4613 0,'3'1'57'0,"3"-1"3"0,9 1-1 16,9-1 2-1,6 0 3 1,1-1-29-16,6 1-156 0,7 0-289 16,-11-3-473-16,-6-2 0 15,-3-4 0-15,-3 0 0 16</inkml:trace>
  <inkml:trace contextRef="#ctx0" brushRef="#br0" timeOffset="13147.91">12712 9810 3754 0,'0'0'122'0,"0"0"-17"0,0 0 14 15,0 5 25 1,0 8 20-16,0 8 10 15,0 5 5-15,0 10 1 16,0 0 1-16,0 0-116 0,-1-5 0 16,-1 1 5-1,1-8-121-15,1-2-288 16,0-5-647-16,3-8 0 0,3-6 0 16,5-6 0-1</inkml:trace>
  <inkml:trace contextRef="#ctx0" brushRef="#br0" timeOffset="14208.7">13154 9439 2428 0,'0'-4'184'0,"0"-3"39"15,0-2 35-15,3-2 17 16,-3 0 6-16,0 1-3 16,3 3-5-16,8 4 10 15,9 2 8-15,10 5-130 16,11 9-45-16,6 8-39 15,7 6-24-15,-3 14-6 32,-4 6 9-32,-7 7 24 15,-5 6 22-15,-14 3 16 0,-6-1 20 0,-11 1-1 32,-4-2 13-32,-6-4 5 15,-12-3-3-15,-6-7-8 16,-10-2-68-16,-13-4-166 15,-4-3-326-15,-9-5-790 16,3-6 0-16,7-11 0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7:15:18.334"/>
    </inkml:context>
    <inkml:brush xml:id="br0">
      <inkml:brushProperty name="width" value="0.05292" units="cm"/>
      <inkml:brushProperty name="height" value="0.05292" units="cm"/>
      <inkml:brushProperty name="color" value="#FF0000"/>
    </inkml:brush>
  </inkml:definitions>
  <inkml:trace contextRef="#ctx0" brushRef="#br0">8050 15347 2656 0,'-2'-2'131'31,"-4"1"15"-31,-3 0 11 16,0-2 17-16,-6 0 23 15,1 2 18-15,-2-1 11 16,0 1 9-16,-6 1 12 16,-13 0-91-16,-11 0-29 15,-13 0-9-15,-16 0-8 16,-9 4-7 0,-8 2-17-16,-2 2-18 0,3 3-9 15,-1 0-6-15,6 3-9 16,9 0-6-16,5 1-4 0,13-1-2 31,9 0-3-31,11-3-11 0,8 2-6 0,5-2 0 31,10-2-3-31,5-2-5 16,5-1-4-16,3-3-2 16,3-2-4-16,0 2 4 15,9-3 14-15,12 0 9 16,11 3 4-16,13-2 3 15,20 3 3 1,10 2 6-16,8 2 3 16,3 2 4-16,2 1-2 0,-5 4-6 15,-11 1-12 1,-10 3-9-16,-12 2-7 0,-10 2 0 16,-8 1 0-16,-11-2-4 15,-7-3-1-15,-4-1-3 16,-4-4 1-1,-6-5 0-15,0 0 0 0,-3-2 7 32,-7-2 5-32,-7-1-1 0,-13 0 0 0,-15 3 0 31,-12 2 1-31,-13-1 2 16,-7 7 4-16,-5 2 4 15,-2 3-2-15,10-1-5 16,4 3-2-16,13-1 2 15,14-1-3-15,13 1 1 16,7-2-3-16,11 1 5 16,3-1-7-16,7 2-5 15,1-2-4-15,1 0 1 16,3-4 0 0,9-1 28-16,20-3 26 0,20-4 16 15,19-3 12-15,18-3 8 16,9-1 12-16,-4 0-2 15,-6-1 7-15,-13 1-7 16,-10 0-3 0,-18 0-16-1,-3 0-33-15,-6 0-20 0,-6 1-6 0,-5 2-14 32,-5-1-5-32,-11 2 2 15,-6-1-5-15,-2-2 6 0,-3-1-1 16,1 3-59-1,-1-3-72-15,0 0-93 0,-3 3-223 16,-9-19-830-16,-7 18 0 16,-8-2 0-16,-2-2 0 15</inkml:trace>
  <inkml:trace contextRef="#ctx0" brushRef="#br0" timeOffset="817.13">6933 16405 3144 0,'0'-11'160'0,"0"-4"22"16,0-1 11-16,0 1 3 16,0 5-9-16,3 6-1 15,0 3-1 1,4 4 10-16,-1 6 22 15,0 8-73-15,-3 9-46 16,-1 9-7-16,-5 5-4 16,-4 5 4-16,1 1 13 15,1 1 3-15,-4-1 1 16,4-5-8 0,3-5-20-16,1-3-28 0,-1-11-38 15,4-4-101-15,4-7-171 16,-6-19-857-16,22-2 0 15,10-14 0-15,3-13 0 16</inkml:trace>
  <inkml:trace contextRef="#ctx0" brushRef="#br0" timeOffset="990.2">7064 16312 3744 0,'0'-4'122'0,"0"-3"1"0,0 3-4 15,0-3-66-15,0 3-175 32,11-3-685-32,-9 7 0 0,1 0 0 0,0-2 0 15</inkml:trace>
  <inkml:trace contextRef="#ctx0" brushRef="#br0" timeOffset="1271.96">7297 16594 4732 0,'0'0'107'0,"0"0"-3"0,0 0 3 0,6 0 2 16,10 1 2 0,6-2-29-16,6 1-84 15,7 0-150-15,2 0-278 16,-14 3-523 0,-11-2 0-16,-5 3 0 0,-2 5 0 15</inkml:trace>
  <inkml:trace contextRef="#ctx0" brushRef="#br0" timeOffset="1481.03">7348 16814 2914 0,'1'4'148'16,"-1"-3"35"-16,0 2 25 16,6 0 29-16,5-2 17 15,12-2 6-15,4-2-2 31,7-1-11-31,2 0-144 16,11-6-480-16,-16 0-510 16,-8-2 0-16,0-2 0 15</inkml:trace>
  <inkml:trace contextRef="#ctx0" brushRef="#br0" timeOffset="1817.57">7908 16419 5412 0,'0'-3'78'0,"0"0"-1"16,0 5 38-16,0 8 64 16,0 12 23-16,-2 11 18 15,2 7 6-15,-1 6 1 16,-1-1 4-16,-1-4-87 16,1-2-149-16,-2-4-182 15,32-9-1196-15,-32-6 0 16,1-10 0-16,0-17 0 15</inkml:trace>
  <inkml:trace contextRef="#ctx0" brushRef="#br0" timeOffset="3163.56">7536 15008 3070 0,'-2'-6'182'0,"1"-2"40"0,-1-5 9 15,2-1-2-15,0 0-7 32,3 0 8-32,4 3 8 15,5 0 4-15,6 0-4 16,4 4-135-16,1 3-50 16,3 5-39-16,-3 9-10 15,-3 10 11-15,-2 6 10 16,-5 9-5-16,-9 4-9 15,-1 0 3 1,-3-4 3-16,0-3 10 0,-2-7 5 16,1-6 30-16,1-8 109 15,-4-7 21-15,-1-4 0 16,-1-9 3-16,-3-11-9 31,6-8-2-31,1-12-13 16,2-9-2-16,9 3-21 0,3 0-32 15,2 12-112-15,3 6-40 16,-4 10-2 0,2 7-16-16,-2 6 10 0,-2 4-3 15,2 7 13-15,0 5-6 16,-1 10 32-16,-2 6 22 16,-7 8 17-16,-1 4 22 15,-1 0 6-15,-2 0 19 16,2-4-1-16,4-5 2 15,1-6-3-15,4-4-7 16,-1-8-11-16,8-6-4 16,5-4-35-16,7-3-162 15,1-3-157-15,29-2-1130 32,-37-5 0-32,-6-1 0 15,-10 1 0 1</inkml:trace>
  <inkml:trace contextRef="#ctx0" brushRef="#br0" timeOffset="3998.1">8933 15501 3918 0,'-21'-7'122'16,"-9"-3"12"-16,-11 3 6 16,-11 2 6-16,3 8 14 15,0 12 5-15,5 7 10 16,4 13 7-16,12 8 8 16,6 4-96-16,10 3-19 15,6-1-10-15,10-2-1 31,11-2-7-31,7-6-6 16,9-4-33-16,5-6-107 16,12-7-230-16,5-16-750 0,-2-2 0 15,-3-7 0-15,-4-8 0 16</inkml:trace>
  <inkml:trace contextRef="#ctx0" brushRef="#br0" timeOffset="4298.52">9022 15799 3992 0,'0'0'66'16,"0"0"-20"-16,0 0 8 16,1 1 6-16,-1 7 21 15,2 5 33 1,-1 6 26-16,-1 8 29 0,2 2 17 15,-2 2-64-15,-5 3 19 32,2 0 25-32,-1-2-5 15,2-2-4-15,1-4-21 16,1-3-31-16,0-6-38 16,4-5-122-16,5-3-211 15,6-22-862-15,7 5 0 0,0-9 0 16,-4-12 0-1</inkml:trace>
  <inkml:trace contextRef="#ctx0" brushRef="#br0" timeOffset="4451.52">9029 15757 4620 0,'0'-7'124'15,"-1"-3"-5"-15,1 2-35 16,-2 1-171-16,11-4-885 15,-7 9 0 1,2-5 0-16</inkml:trace>
  <inkml:trace contextRef="#ctx0" brushRef="#br0" timeOffset="5098.78">8754 15168 3179 0,'0'0'130'0,"0"0"11"15,0 0-1 1,3-2 2-16,-3 2 9 0,0 0 32 16,6 0 12-16,6-3 10 15,5-3 7 1,7-6-89-16,3-6-21 16,0-5-2-16,-3-2 15 0,-7 0 17 15,-1 1 5-15,-7 4-18 16,-3 4 31-16,-3 3 23 15,1 3-7 1,-4 5-17-16,2 1-31 16,1 5-5-16,1 7 16 15,3 8 1-15,2 7-6 16,1 9-6 0,-2 5-42-16,1 2-28 15,1 0 0-15,-5-5 11 16,1 0 28-16,0-7-109 15,0 0-193-15,10-8-434 16,-5-4-612-16,1-8 0 16,0-8 0-16,6-11 0 15</inkml:trace>
  <inkml:trace contextRef="#ctx0" brushRef="#br0" timeOffset="6532.4">9103 15609 4052 0,'0'0'56'16,"0"0"-2"-16,0 0-14 16,0 0-24-16,0 2-21 15,3-1-96 1,8 0-282-16,-7 2-362 0,-1-1 0 16,2-2 0-16,-1-6 0 15</inkml:trace>
  <inkml:trace contextRef="#ctx0" brushRef="#br0" timeOffset="8060.74">10032 15626 3917 0,'0'-1'227'0,"0"-1"28"15,0 1-20 1,0-1-5-16,12 5 24 0,19-4 12 15,24 1 10-15,18 1 5 16,22 1 3 15,7-1-164-31,-5-1-53 16,-12 0-31-16,-17 1-26 0,-15-1-41 16,-20 2-110-1,-18 2-110-15,-13 2-175 0,-19-8-695 16,-16 15 0-16,-15 3 0 15,-6 1 0 1</inkml:trace>
  <inkml:trace contextRef="#ctx0" brushRef="#br0" timeOffset="8310.54">10092 15971 3594 0,'1'4'132'15,"4"1"68"-15,9 0 45 16,19 1 29-16,16 1 31 15,21-5 16 1,14 0 8-16,5-2 5 0,-2 0 7 16,-10 0-64-16,-12 0-89 15,-14 0-134 1,-18 0-103 0,-15 0-126-16,-9 0-192 15,1 0-288-15,-10 0-414 16,-1 0 0-16,1-2 0 15,-6-2 0-15</inkml:trace>
  <inkml:trace contextRef="#ctx0" brushRef="#br0" timeOffset="9494.65">13238 15325 3254 0,'0'0'143'16,"-3"0"16"-16,-11 0 6 0,-7 2 11 16,-16 3 10-16,-16 0 15 15,-21 3 5-15,-13 2 6 16,-8 4 5-1,-7 3-101-15,-4 4-30 16,1-2-4-16,2 3 0 31,9 2-7-31,9-2-8 0,18-1-12 16,14-2-12 0,18-1-7-16,18 0-9 15,10-2-1-15,11-1-3 0,15 2-10 16,12 1-3-16,19-2 0 15,15 3-2-15,18-4 2 16,10 0 11-16,9 0 2 16,-2 1 1-16,-5 0 2 15,-14 3-6-15,-20-1-4 16,-18-2-3-16,-16 1 2 16,-17 0-6-16,-6 2-5 15,-8-2-1 1,-11 4 7-16,-10 2 0 0,-12 3-2 15,-17 1 2-15,-12 3 0 32,-15 0 3-32,-11 4-4 15,-6-2 5-15,-4 4 4 16,4-1-1-16,6-1-4 16,12 0 5-16,16-1 12 15,16-1-7-15,16-3 11 16,20 0 3-16,19-1 25 15,30 1 29-15,21-2 25 16,30-2 9-16,32-4 12 16,29-8 20-16,11-6 0 15,7-4 21-15,-2-3 0 16,-8-5-5-16,-15 0-18 16,-18 1-33-16,-25-1-28 15,-29 1-10-15,-25 2-23 16,-30 1-54-16,-12 1-89 15,-12 1-157-15,-12 6-216 16,-14-14-996-16,-6 18 0 31,-7 0 0-31,1-2 0 16</inkml:trace>
  <inkml:trace contextRef="#ctx0" brushRef="#br0" timeOffset="10494.49">12192 16716 4153 0,'0'-8'119'15,"0"1"-5"-15,0-1-4 16,6-2-1-16,0 7 3 16,4 6 1-16,-1 5 16 15,0 5 25-15,-2 9 19 16,-6 9-84-16,-1 5-13 16,-5 7 12-16,1 1 7 15,-4 4 3-15,4-1 1 16,-1-1-3-1,4-4-11-15,2-6-21 0,-1-6-26 32,2-7-64-32,1-7-180 0,9-10-970 15,3-13 0-15,5-17 0 0,0-16 0 32</inkml:trace>
  <inkml:trace contextRef="#ctx0" brushRef="#br0" timeOffset="10677.33">12366 16674 3986 0,'0'-8'110'15,"0"-2"1"-15,0-1-20 16,0 3-73-16,0 4-63 16,8 4-230-16,1-13-524 0,6 12 0 15,2 0 0-15,5-2 0 16</inkml:trace>
  <inkml:trace contextRef="#ctx0" brushRef="#br0" timeOffset="10894.37">12709 16794 4327 0,'3'1'98'31,"5"-1"10"-31,10 2 5 16,6-1 0-16,14 1 4 0,2 0 3 16,7 3-22-1,1 2-111-15,-5 4-238 16,-6-17-715-16,-20 23 0 16,-13 0 0-16</inkml:trace>
  <inkml:trace contextRef="#ctx0" brushRef="#br0" timeOffset="11046.55">12749 17082 3989 0,'1'0'157'15,"-1"0"7"-15,11 0 1 16,11-1 5-16,11 2-10 16,15-2-188-16,23-8-927 15,-9 4 0-15,0-8 0 16,-8-3 0-16</inkml:trace>
  <inkml:trace contextRef="#ctx0" brushRef="#br0" timeOffset="11277.38">13333 16928 5384 0,'0'-7'179'16,"0"4"8"-16,0 2 26 15,-3 5 55-15,6 10 31 16,-6 11 0-16,-1 7-1 15,4 8 1-15,-3 3 0 16,3 0-181-16,0-1-58 16,-4 3-250-16,4-13-1352 15,0 0 0-15,-6-14 0 16,0-14 0 15</inkml:trace>
  <inkml:trace contextRef="#ctx0" brushRef="#br0" timeOffset="12692.83">12573 15086 3505 0,'0'-5'67'15,"1"-2"-6"-15,5-1 6 16,4-2 7-16,9 2 1 16,2 2 2-16,4 2-10 15,2 2-3-15,-1 3 7 16,0 7-55-16,-2 8-7 16,-5 4 8-16,-4 10-3 15,-1 2-5-15,-11 0-4 16,0-2-1-1,-3-6 30-15,0-5 26 16,-6-6 19-16,3-6 24 16,-3-6 14-16,0-4 3 15,1-8-3-15,2-7-3 16,5-6 0-16,2-7-3 16,7-6-14-16,2 1-23 15,5 4-25-15,-1 2-24 16,2 9-19-16,-3 3-4 15,-5 5-3-15,-1 8 8 16,-1 3-1 0,-1 8 16-16,-1 6-2 15,-4 8 12-15,0 3 11 0,-3 11 6 16,-3 3 6 0,1 0 4-16,-1 0 7 15,2-4-4 1,-1-2 1-16,2-5-11 15,0-8-4-15,0-5 6 0,2-5 6 16,5-4 7-16,5-4-1 16,9-2 10-1,5-4-8-15,2-4 1 0,-6 3-9 16,-4-5-49-16,-8 2-50 16,-2 5-135-16,-2 0-343 15,-6-4-644-15,-6 7 0 16,-6 0 0-1,0-4 0-15</inkml:trace>
  <inkml:trace contextRef="#ctx0" brushRef="#br0" timeOffset="13644.96">14453 15379 3682 0,'-5'-4'114'0,"-10"2"19"16,-15-1 29-1,-18 12 34-15,-6 14 41 0,-13 19 11 16,7 15 17-16,9 17 37 16,10 3 4-16,16 6-84 15,16-4-15-15,3-4-14 16,18-8-28-16,7-6-34 31,10-5-34-31,10-10-13 16,10-7-76-16,-2-9-153 15,4-7-188-15,41-15-921 16,-41-4 0-16,-5-9 0 0,-3-12 0 16</inkml:trace>
  <inkml:trace contextRef="#ctx0" brushRef="#br0" timeOffset="14088.09">15183 15565 3250 0,'-4'-6'168'16,"-2"1"9"-16,-7-1 22 16,-7 3 26-16,-8 3 16 15,-6 10 15-15,-4 11 16 16,2 10 15-16,1 12 7 15,8 7-128-15,7 7-36 16,8 0-7-16,8-3-15 16,5-1-21-16,10-8-10 15,7-6-17-15,3-6-4 16,3-7-3-16,8-9-3 16,0-4 5-1,8-9-39-15,-4-3-66 16,3-5-134-16,1-2-278 15,-8-6-668-15,-11-1 0 16,0-6 0-16,-8-2 0 16</inkml:trace>
  <inkml:trace contextRef="#ctx0" brushRef="#br0" timeOffset="14441.24">15526 15910 4433 0,'0'-6'135'0,"1"-1"-4"16,2 0-13-1,0 2 2-15,8 5 7 16,-2 7 14-16,-2 7 23 15,2 7 17 1,-4 6 39-16,-4 10-100 16,-4 0-9-1,2 1 14-15,-1-1 18 16,2-3-5-16,-2-4 4 16,2-5-17-16,0-9-73 15,0-2-117-15,8-9-275 0,1-16-924 16,5-1 0-16,6-15 0 15,-3-13 0-15</inkml:trace>
  <inkml:trace contextRef="#ctx0" brushRef="#br0" timeOffset="14585.26">15615 15701 3682 0,'-4'-7'42'31,"4"-1"-26"-31,0 1-39 15,0 0-174-15,0-18-507 16,0 21 0-16,0 0 0 16</inkml:trace>
  <inkml:trace contextRef="#ctx0" brushRef="#br0" timeOffset="14954.66">16363 15913 5314 0,'1'0'30'16,"11"0"11"-16,9 0 2 31,17 0 4-31,10 1 4 16,8 0 3-16,-1 2 0 16,-8-1-8-16,-10-1-31 15,-10-1-97-15,-10-1-163 16,23-4-828-16,-32 0 0 15,-2-2 0-15,-6-6 0 16</inkml:trace>
  <inkml:trace contextRef="#ctx0" brushRef="#br0" timeOffset="15237.65">16570 15703 3998 0,'0'-6'174'16,"0"-1"-1"-16,-3 4 6 15,3 5 31-15,0 9 39 16,3 10 39-16,-3 9 25 16,0 11 16-16,0 0 8 15,0 4-154-15,0-1-7 16,0-2 7-16,0-1-10 15,0-8-145-15,0 2-205 16,43-9-1186-16,-38-4 0 16,-2-8 0-16,7-9 0 15</inkml:trace>
  <inkml:trace contextRef="#ctx0" brushRef="#br0" timeOffset="16922.41">17577 15700 2077 0,'-18'-2'149'0,"-9"2"15"16,-7-1 24-16,-6 4 20 16,4 2 30-16,1 8 15 15,-2 8 26 1,9 9 23-16,5 7 16 15,6 7-110-15,11 1-26 16,9 1-11-16,14 1-18 16,9-4-19-16,19-3-25 15,12-5-6-15,11-6-21 16,5-9-22-16,5-8-8 16,-4-7 0-16,-3-7-5 31,-14-8 2-31,-9-6 0 0,-14-9 9 0,-15-9-3 31,-11-5-11-31,-18-5-6 16,-7-5-4-16,-12 2-6 15,-6-1-5-15,-5 3-21 16,-2 6-21-16,5 4-57 16,4 10-119-16,3 7-204 15,6-20-645-15,7 30 0 16,1 1 0-16</inkml:trace>
  <inkml:trace contextRef="#ctx0" brushRef="#br0" timeOffset="17301.84">17765 15583 3603 0,'-3'3'49'16,"-8"8"35"-16,-8 15 30 15,-6 13 14-15,-5 15 9 16,-7 17 5-16,6 2 4 16,4 1 4-16,4-3 0 15,8-3-34-15,-1-6-11 16,0-7-35-16,5-8-74 16,2-5-150-16,4-23-813 15,2 1 0 1,3-15 0-16,1-9 0 0</inkml:trace>
  <inkml:trace contextRef="#ctx0" brushRef="#br0" timeOffset="18157.75">18467 15604 3260 0,'0'-6'174'16,"0"1"6"-16,-3-1 9 15,-8 2 22-15,-2 11 17 16,-10 12 24-16,-2 13 24 16,-2 11 14-16,8 15 14 15,3 3-128-15,7 3-25 16,6 0-4-16,6-4-8 15,6-9-13-15,7-4-19 16,1-5-16 0,9-10-13-16,1-7-35 0,-2-5-95 31,1-9-148-31,-3-7-235 16,2-5-712-16,-2-10 0 0,1-13 0 15</inkml:trace>
  <inkml:trace contextRef="#ctx0" brushRef="#br0" timeOffset="18684.45">18729 15774 4534 0,'0'-5'84'0,"1"4"8"16,6 2 18-16,0 10 23 15,3 12 12 1,-2 12 6-16,-2 6 2 15,-2 9 4-15,-4-4 2 16,0-1-83-16,0-8 4 0,0-6-2 16,0-9 17-16,0-6 61 31,0-11-3-31,0-6 8 16,-2-12-11-16,-1-10-5 15,1-14-2-15,1-11-11 16,2-8-2-16,9-2-6 15,1-2-41-15,4 5-84 16,8 7-23-16,-1 9-23 16,-1 7 13-16,2 10-5 15,3 9 4 1,2 7 2-16,5 9-8 0,-1 10 2 16,-4 9 10-16,-1 9 0 15,-7 9 10-15,-12 6 17 16,-5 1-9-16,-3-1 14 15,-3 1-5-15,-11-5 17 16,0-3 3 0,-5-5 5-1,-4-5-13-15,-2-5 4 16,-4-5-38-16,2-5-127 16,2-4-174-16,14-8-999 15,-5-3 0-15,6-9 0 16,10-8 0-16</inkml:trace>
  <inkml:trace contextRef="#ctx0" brushRef="#br0" timeOffset="18978.57">19351 15879 3748 0,'3'0'53'0,"2"2"47"16,3 6 44-16,0 6 35 15,-4 8 27-15,2 6 15 16,-2 5 12 0,-4 1 6-16,0 2 6 15,2-3-28-15,-1-2-15 16,4-4-42-16,-2-4-39 0,2-5-47 15,-1-5-107-15,6-6-236 16,1-16-899 15,3 2 0-31,2-8 0 16</inkml:trace>
  <inkml:trace contextRef="#ctx0" brushRef="#br0" timeOffset="19118.29">19474 15836 2924 0,'0'-10'-73'0,"0"-13"-497"16,0 7 0-16,2-4 0 15,6-1 0-15</inkml:trace>
  <inkml:trace contextRef="#ctx0" brushRef="#br0" timeOffset="19450.56">19820 15429 4443 0,'12'0'108'15,"11"0"21"-15,8 8 13 16,12 10 16-16,6 17 13 15,-4 11 4-15,-8 13 40 16,3 8 67-16,-9 3 24 16,0 1-25-16,-3 1-23 15,-5-4-16-15,-4 1-6 32,-8-5-13-32,-4-3-49 15,-14-6-164-15,-11-2-154 0,-14-5-416 16,-16-10-809-16,-10-8 0 15,-15-16 0 1,-2-16 0-16</inkml:trace>
  <inkml:trace contextRef="#ctx0" brushRef="#br0" timeOffset="21264.72">20984 16087 4867 0,'0'-2'112'31,"5"2"4"-31,9-1 9 16,15 1 1-16,13 3 4 15,20-1 9-15,13 3-3 16,6 2 10-16,0-2 2 16,-10 1-99-16,-14-3-2 15,-19-2-2-15,-11-1 7 16,-13 0 12-16,-10-1 2 16,-2 1-4-16,-2 0-10 15,-3 0-18-15,-5 0-13 16,-11 0-16-16,-13 0-18 15,-10 0-2-15,-12 0-17 16,-13 0-4-16,-2 0-4 16,3 0-1-16,4 0 9 15,12 0 6 1,13 0 8-16,17 0 1 16,12 0 1-16,8 0-2 15,11 1 4-15,13-1-8 16,12 0 0-16,13 1-4 15,13-1 8 1,2-1 3-16,5 1-5 0,-10 0-29 16,-11 0-73-1,-14 0-116-15,-6 0-241 16,-19 0-563-16,-2-3 0 16,-4-2 0-16,-3-4 0 15</inkml:trace>
  <inkml:trace contextRef="#ctx0" brushRef="#br0" timeOffset="22266.12">22609 15650 3525 0,'-17'-13'87'15,"-8"1"21"-15,-11 0 32 16,-12 4 35-16,-2 5 32 16,0 13 30-16,-7 11 28 31,2 10 36-31,6 12 30 16,4 14-39-16,12 4-26 0,21 3-21 15,10 1-24-15,16-2-27 16,19-4-26-1,18-2-13-15,14-11-21 16,18-9-20-16,7-6-27 16,6-13-6-16,-4-11 7 0,2-6 9 15,-13-9 11-15,-6-10-4 32,-12-7-7-32,-19-10-18 15,-17-11-5-15,-12-3-18 16,-15-6-2-16,-18-1-9 15,-12-1-13-15,-8 3-11 16,-13 5-58-16,-6 6-92 16,4 7-95-16,2 8-83 15,10 5-137-15,14 7-325 16,-1 7-486-16,8 4 0 16,7 1 0-1,10-1 0-15</inkml:trace>
  <inkml:trace contextRef="#ctx0" brushRef="#br0" timeOffset="22615.39">22818 15475 3504 0,'0'-6'172'15,"0"3"7"-15,-6 2 18 16,-8 12 22-16,-10 21 14 16,-16 23 25-16,-10 19 15 15,-7 18 20-15,0 12 19 16,1 1-130-16,7-4-10 16,4 0 0-16,7-11-20 15,5-9-15 1,7-11-10-16,7-8-25 15,8-15-134-15,3-11-130 0,8-13-320 16,5-11-719-16,7-17 0 16,2-20 0-16,5-15 0 15</inkml:trace>
  <inkml:trace contextRef="#ctx0" brushRef="#br0" timeOffset="23499.22">23851 15543 3095 0,'0'-10'240'0,"0"-1"31"15,0-3 17-15,-6 1 12 16,-11 5 15-16,-7 7 40 16,-13 9 38-16,-13 13 30 15,-2 14 21-15,-1 16-150 16,6 13-52-16,14 8-14 31,11 6-16-31,9-4-10 16,16-4-11-16,14-5-35 15,6-8-28-15,11-5-41 16,5-11-77-16,5-7-191 16,1-12-187-16,9-11-260 15,2-46-711-15,1 20 0 16,-3-16 0-16,0-12 0 16</inkml:trace>
  <inkml:trace contextRef="#ctx0" brushRef="#br0" timeOffset="24048.71">24135 15698 4454 0,'0'-8'153'16,"0"0"-3"0,0 4 8-16,0 6 19 0,0 18 19 15,0 10 29-15,0 15 18 16,0 5 13-16,-3 3 14 15,-2-2-138 1,-3-5 2-16,3-8 10 0,-4-7 8 16,6-9 44-16,-1-11-4 15,0-7-27-15,0-8-19 16,0-13-13-16,-1-13-14 31,2-14-16-31,2-13-2 0,1-8-6 16,6-2-16-16,3 5-61 15,4 6-29-15,3 10 4 16,9 8 0-16,5 11-5 16,6 11-9-16,9 9-5 15,1 7-9-15,0 12 3 16,-1 10-5-16,-10 10 12 16,-8 8 15-1,-7 13 7-15,-14 3 10 0,-5 2 6 31,-7 1 7-31,-9-1 7 16,-5-2 8-16,-4-6-3 16,-6-7 5-16,0-4-13 15,0-7-3-15,-1-10-11 0,-4-7-94 16,-3-6-193-16,13-6-465 16,-9-12-675-1,10-12 0-15,15-6 0 16,11-10 0-16</inkml:trace>
  <inkml:trace contextRef="#ctx0" brushRef="#br0" timeOffset="24430.71">24674 15864 3869 0,'4'-6'161'0,"-1"-1"2"0,-2 1-6 15,8 0 5 1,-2 7 10-16,4 9 20 15,-1 8 24-15,3 11 19 16,-4 8 29-16,-4 6-112 16,-2 1-22-16,-3-1 4 15,0-4 3-15,4-5 5 16,-4-6-8-16,1-8-111 16,4-7-175-1,17-7-418-15,-11-6-574 0,5-12 0 16,6-8 0-1,-3-15 0-15</inkml:trace>
  <inkml:trace contextRef="#ctx0" brushRef="#br0" timeOffset="24586.39">24885 15808 4270 0,'0'-8'115'0,"-3"1"-30"15,3-1-137-15,0 2-229 16,0-20-546-16,6 21 0 15,0 0 0-15,4-1 0 16</inkml:trace>
  <inkml:trace contextRef="#ctx0" brushRef="#br0" timeOffset="24811.83">25240 15835 4370 0,'6'-2'87'0,"3"2"-1"15,11-1-49-15,4 0-128 0,30-4-806 16,-20 3 0-16,-3-4 0 15,-4-5 0-15</inkml:trace>
  <inkml:trace contextRef="#ctx0" brushRef="#br0" timeOffset="25096.05">25594 15601 5413 0,'3'0'112'0,"-3"0"76"0,3 10 73 16,-3 6 27-16,0 12 1 15,3 11-1-15,-3 11 0 16,0 5 0-16,3 2 1 16,1-3-106-16,-1 0-7 15,1-6-76-15,0-4-183 16,-1-8-349-16,5-16-1097 15,7-2 0-15,1-13 0 16,5-9 0-16</inkml:trace>
  <inkml:trace contextRef="#ctx0" brushRef="#br0" timeOffset="25729.56">26097 15344 4067 0,'3'-4'113'0,"7"0"4"15,4 1 3-15,10 0 18 16,5 10 7-16,10 10 11 16,4 11 9-1,4 13 12-15,0 12 22 16,-2 9-42-16,-2 8-3 16,-2 5 10-16,-8 0 2 15,-6 0-2-15,-16-2-8 16,-8-5-18-16,-14-5-100 15,-16-5-89-15,-9-5-187 16,-6-14-1011 0,-6-4 0-16,-2-13 0 15</inkml:trace>
  <inkml:trace contextRef="#ctx0" brushRef="#br0" timeOffset="26710.51">26858 15162 4118 0,'28'0'158'0,"17"4"22"16,19 13 17-16,15 13 24 15,-3 20 39-15,-6 20 35 16,-15 20 11-16,-17 12 37 16,-14 7 23-16,-15 5-91 15,-17-2-56-15,-14-2-20 16,-13-7-19-16,-14-3-81 16,-13-4-227-16,0-7-561 15,-22-4-630-15,-5-19 0 16,-15-20 0-16,0-28 0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7:30:29.846"/>
    </inkml:context>
    <inkml:brush xml:id="br0">
      <inkml:brushProperty name="width" value="0.05292" units="cm"/>
      <inkml:brushProperty name="height" value="0.05292" units="cm"/>
      <inkml:brushProperty name="color" value="#FF0000"/>
    </inkml:brush>
  </inkml:definitions>
  <inkml:trace contextRef="#ctx0" brushRef="#br0">13101 6912 586 0,'4'-4'98'15,"-1"0"22"-15,0-3 24 16,2 0 54-16,-4 1 52 16,2 2 42-16,0 0 45 15,-3-2 53-15,0-1 25 16,-3 2-55-16,-4-2-24 15,-6 1-4-15,-7 1-12 16,-10 3-40-16,-5 1-40 16,-10 1-32-16,-4 3-35 15,-5 5-48-15,0 4-17 32,2 5-2-32,3 10-4 0,8 3-12 15,3 4-3-15,12 6-6 16,6 6 5-1,9 1 3-15,6 2 2 0,11 1 6 16,7-4-10-16,10 0-3 16,4-6-3-16,12-1 0 15,4-6-5-15,4-4-10 16,2-8-6 0,3-4-8-16,-1-7 9 0,-1-6-8 15,3-4 10-15,-2-7 7 16,-6-4 7-16,-5-6-2 15,-4-4 10-15,-8-8 16 16,-5 0-12-16,-5-7 5 31,-11 1-9-31,-2-5-23 16,-3 1-2-16,-2 0-14 16,-7 3-2-16,0-3-13 15,-3 4-7-15,-6 2-25 16,-2 5-8-16,-1 3-28 15,-2 2-48-15,-3 8-26 16,1 1-82 0,0 4-54-16,1 5-111 0,-1 2-152 15,10 3-267-15,-7 4-327 16,8 0 0 0,4 1 0-16</inkml:trace>
  <inkml:trace contextRef="#ctx0" brushRef="#br0" timeOffset="438.51">13256 6730 2451 0,'0'0'95'0,"0"0"11"0,-1 4 26 16,-6 5 23-16,-9 12 32 15,-7 16 39 1,-8 13 26-16,-10 14 26 16,-4 9 15-16,3 7-82 15,-3 0 13-15,2 1-5 0,4-3-13 16,0-7-19-16,3-4-26 15,4-6-37 1,2-9-24-16,6-6-25 16,6-5-13-16,5-11-11 15,4-8-16-15,4-6-30 16,3-5-50-16,2-6-67 16,0-2-154-16,11-3-287 15,-9-3-418-15,4-5 0 16,7-11 0-16,6-11 0 31</inkml:trace>
  <inkml:trace contextRef="#ctx0" brushRef="#br0" timeOffset="1339.06">13733 6862 1980 0,'0'-3'247'31,"0"0"26"-31,-5-1 21 16,-1-2 19-16,-9 4 12 15,-8 2 19-15,-8 7 23 16,-3 11 16-16,-2 11 15 0,1 11-172 16,2 12-50-16,9 6-11 15,8 1-9 1,11-2-9-16,5-3-4 0,8-5-12 16,11-6-12-16,9-7-17 15,9-4-51-15,14-10-68 16,4-8-122-16,7-8-248 15,3-20-772-15,-5 0 0 16,-12-11 0-16,-4-13 0 31</inkml:trace>
  <inkml:trace contextRef="#ctx0" brushRef="#br0" timeOffset="1890.85">14034 6944 3227 0,'0'-11'249'15,"0"-2"8"-15,0 2-9 16,0 1 3-16,0 13 13 16,0 15 14-16,0 13 14 0,0 9 7 15,-2 13 10 1,-1 4-179-16,-1 3-52 16,1-6 0-16,-1-5 12 0,4-10 6 15,0-6-14-15,0-8 16 16,0-11 71-1,-3-4 31-15,-1-10-16 16,-2-7-9 0,-4-13-13-16,1-13-24 15,3-13-10-15,0-12-8 16,6-6-3-16,3 1-30 16,1 6-95-16,10 6-36 15,6 8 6 1,7 5-1-16,4 9 0 0,5 4 12 15,2 8-1-15,-2 7-3 16,-1 6-5-16,-1 7 5 16,-2 9 4-16,-1 9-9 15,0 7 1-15,-3 14-4 16,-8 5 6-16,-5 6 25 16,-11 5 26-16,-1 0 18 15,-7-3 24-15,-5-3 6 16,-5-6 11-16,-2-9 17 15,-10-4 0-15,-4-9 3 16,-3-3 2-16,-5-7-30 16,-1-7-184-16,3-5-146 31,1-2-238-31,11-18-929 16,9 2 0-16,5-9 0 15,5-6 0-15</inkml:trace>
  <inkml:trace contextRef="#ctx0" brushRef="#br0" timeOffset="2370.27">14594 7094 3342 0,'1'-5'183'16,"-1"0"11"-16,2 0-10 16,1 1-5-16,0 4 2 15,2 4 7-15,-1 7 23 16,0 9 28-16,-2 6 14 16,-1 7-121-16,-1 6-31 15,0-1-8-15,0 1 14 16,0-3 7-16,0-3 5 15,0-6-2 1,0-4-50-16,2-6-54 0,3-6-87 16,8-5-260-16,10-19-787 15,1 1 0 1,1-12 0-16,1-9 0 0</inkml:trace>
  <inkml:trace contextRef="#ctx0" brushRef="#br0" timeOffset="2502.96">14760 7103 2928 0,'0'-6'117'0,"-3"-1"7"16,3 0-20-16,0-1-79 15,0 1-139 1,0-17-522-16,7 19 0 16,3-4 0-16,3-2 0 15</inkml:trace>
  <inkml:trace contextRef="#ctx0" brushRef="#br0" timeOffset="2903.55">15004 6705 4066 0,'0'-7'107'0,"0"0"-8"16,0 1-3-16,0 2 0 16,13 7 8-1,1 12 11-15,6 9 22 16,3 9 19-16,4 13 24 0,-3 8-74 16,-3 6 6-16,-7 5 65 15,-1 1 57 1,-3-2 12-16,-7-1 8 15,0-5 0-15,-3-4-13 0,-6-5-17 16,-11-2-15 0,-6-4-93-16,-11-4-164 0,-8-3-362 31,-8-9-964-31,0-12 0 0,-5-12 0 16,11-23 0-16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8:19:57.662"/>
    </inkml:context>
    <inkml:brush xml:id="br0">
      <inkml:brushProperty name="width" value="0.05292" units="cm"/>
      <inkml:brushProperty name="height" value="0.05292" units="cm"/>
      <inkml:brushProperty name="color" value="#FF0000"/>
    </inkml:brush>
  </inkml:definitions>
  <inkml:trace contextRef="#ctx0" brushRef="#br0">9011 6099 3220 0,'-22'0'86'0,"-5"0"21"16,-5 1 19-16,-7 6 18 15,1 3 16-15,4 7 15 16,1 5 5-16,1 6 12 16,2 8 16-16,7 7-53 15,2 7-7 1,6 5-13-16,6 2-3 15,6 0-8-15,11-1-11 0,11-5-10 16,13-2 3 0,10-5-9-16,14-5-9 0,13-10 5 15,4-8 7 1,4-10 7-16,3-8 0 16,-3-10-4-16,-2-8 1 0,-10-9 9 15,-7-6 5-15,-12-12-4 16,-16-5-2-1,-12-3-20-15,-11-6-4 16,-10 1-9-16,-7 5-14 16,-8 4-5-16,-6 4-9 15,-12 7-13 1,-2 5-10-16,2 5-27 16,-3 3-61-1,6 5-66-15,3 6-86 0,4 4-124 16,5 4-212-16,-2-15-670 15,2 15 0-15,7-1 0 16</inkml:trace>
  <inkml:trace contextRef="#ctx0" brushRef="#br0" timeOffset="464.88">9208 5965 2752 0,'0'-3'137'0,"0"3"-2"15,0 3 26-15,-3 11 46 0,-4 17 30 16,-5 22 20 0,-6 20 17-16,-6 26 14 15,-3 8 20-15,-2 5-129 16,0 5 15-16,2-2 8 15,2-7-22 1,3-5-47-16,2-6-23 0,7-12-22 0,2-17-13 16,6-15-8-16,3-18-6 31,2-16-46-31,0-9-181 16,4-7-282-16,-3-41-641 15,2 13 0-15,4-18 0 16,6-6 0-16</inkml:trace>
  <inkml:trace contextRef="#ctx0" brushRef="#br0" timeOffset="1079.43">10104 5936 3716 0,'-5'-2'124'0,"-9"2"9"15,-6 5 24-15,-9 10 31 16,-4 14 24-16,-2 17 18 16,4 17 10-16,5 12 10 15,4 7 34-15,10 1-78 16,4 2-23-16,7-3 0 15,8-7-11-15,7-10-28 16,11-11-15 0,5-9-15-16,11-13-17 0,6-10-97 15,6-12-99-15,4-7-195 16,24-17-375-16,-26-13-471 16,-8-12 0-16,-10-15 0 15</inkml:trace>
  <inkml:trace contextRef="#ctx0" brushRef="#br0" timeOffset="1328.79">10362 6108 4992 0,'0'-1'86'16,"5"-2"8"-16,14-1 4 15,11 0 4-15,16 0 2 16,13 2 1-16,4-2 0 0,-4 0-5 16,-5 4-41-16,-7-1-164 15,-14 1-134 1,-6 0-199-16,-18-13-574 16,-6 12 0-16,-9-1 0 15,-9 2 0-15</inkml:trace>
  <inkml:trace contextRef="#ctx0" brushRef="#br0" timeOffset="1548.94">10611 6138 3820 0,'0'1'144'16,"-3"2"44"-16,2 4 42 16,1 7 35-16,0 8 42 15,0 10 16-15,0 8 9 16,0 7 5-1,0 2 18-15,0 1-123 16,0 1-7-16,0-3-81 0,0-5-161 16,0-3-216-16,25-7-1097 15,-22-6 0-15,5-12 0 16,4-8 0 0</inkml:trace>
  <inkml:trace contextRef="#ctx0" brushRef="#br0" timeOffset="1948.18">11017 6402 3493 0,'-3'-6'170'0,"-4"2"3"0,-5 3 9 15,-3-2 12-15,-3 11 15 16,-1 10 22-16,2 7 10 16,6 6 6-1,7 6 5-15,2-4-130 16,5 1-30-16,12-5-1 16,4-8-3-16,8-4-4 0,6-8-9 15,4-5-12-15,-7-8-4 16,-2-8 9-1,-7-6-17 1,-12-6-13-16,-5-5-22 16,-11-2-12-16,-4 4-57 0,-8 2-120 15,8 2-308 1,-9 4-626-16,10 2 0 16,7-4 0-1,6-1 0-15</inkml:trace>
  <inkml:trace contextRef="#ctx0" brushRef="#br0" timeOffset="2282.77">11489 5822 5218 0,'9'-3'40'0,"12"3"24"15,10 7 11 1,10 7 8-16,12 15 34 0,7 13 48 16,2 12 29-16,-5 2 12 15,-5 6 26-15,-6 4 3 16,-13-4-10-16,-8 2-23 16,-12-1 8-16,-6-5 0 15,-9-7-32 1,-9-1-49-16,-12-8-115 15,-8-2-203 1,0-6-465-16,-8-8-736 16,-2-15 0-16,10-12 0 15,13-21 0-15</inkml:trace>
  <inkml:trace contextRef="#ctx0" brushRef="#br0" timeOffset="2730.87">12788 6060 4590 0,'0'-2'210'16,"1"2"-5"-16,2-1 20 16,17 0 21-16,11 2 5 15,17-1 6-15,9 0-8 16,10-1-37 0,-5 1-76-16,-16 2-330 0,-9 3-283 15,-18-24-705 1,-14 32 0-16,-19 4 0 0</inkml:trace>
  <inkml:trace contextRef="#ctx0" brushRef="#br0" timeOffset="2904.38">12904 6354 4660 0,'0'0'174'16,"3"2"56"-16,7-2 19 15,14-2 4-15,17 2 3 16,9-8-66-16,10 0-132 15,5 1-351 1,-5-4-862-16,-12-2 0 0,-7-2 0 16,-11-7 0-1</inkml:trace>
  <inkml:trace contextRef="#ctx0" brushRef="#br0" timeOffset="3665.01">14116 6039 3968 0,'0'-7'174'31,"0"-4"7"-31,7-2-2 16,9-3-1-1,10-1 0-15,9 3-3 0,7 3-1 16,1 5-3-16,-2 3-2 15,-5 6-153-15,-6 6-24 16,-9 3-3-16,-3 8 9 16,-12 5 9-16,-3 2 11 0,-7 8 14 31,-14 3 9-15,-6 4 11-16,-8 1 16 15,-5 0 30-15,-3-3 41 16,7-2 33-16,5-4 10 0,2-5 4 15,11-2 1-15,3-6-12 16,3-6-2 0,7-3-4-16,2-5 0 15,5-2-11-15,9-4-27 0,14 0-34 16,10-2-19-16,8-5-10 16,5-1-14-16,-1-1 0 15,-5-3-3-15,-5 0-6 16,-10 3-34-16,-6 1-120 15,-11 1-134 1,-6 3-185-16,27 2-1047 0,-28-1 0 16,2-3 0-16,1-5 0 15</inkml:trace>
  <inkml:trace contextRef="#ctx0" brushRef="#br0" timeOffset="3947.24">15287 5987 5550 0,'0'-1'84'15,"0"1"12"-15,-2 1 40 16,-7 11 42-16,-3 6 20 15,-11 9 8-15,-5 10 12 16,-6 3-2-16,1 2-14 0,5-1-194 16,-2 0-133-16,10-4-331 15,5-8-846 1,2-12 0-16,8-10 0 16,1-14 0-16</inkml:trace>
  <inkml:trace contextRef="#ctx0" brushRef="#br0" timeOffset="4156.46">15010 6061 5954 0,'0'-3'157'0,"0"1"-2"16,7 0 29-16,5 4 29 16,7 5 18-16,7 8 4 15,12 3 2-15,2 4 2 16,3 6-1-16,2-3-174 15,-1 0-174 1,-4-1-178-16,28-6-1213 0,-37-7 0 16,-11-7 0-16,0-7 0 15</inkml:trace>
  <inkml:trace contextRef="#ctx0" brushRef="#br0" timeOffset="4946.42">16238 5918 3594 0,'-11'-6'207'0,"-4"-2"27"15,0 1 7-15,-7 0 11 16,-2 4 27-16,1 10 52 16,-4 10 43-16,0 11 38 15,1 8 25-15,12 10-132 16,4 8-44-16,9 0-20 15,9 1-6-15,8-1-12 16,11-4-27-16,7-6-51 31,13-5-43-31,0-10-39 0,4-11-25 16,-3-9-25 0,2-12-5-16,-7-14-8 15,-5-11 0-15,-11-13 0 0,-7-9 0 16,-13-9 0-1,-5-3 0-15,-11 3 0 0,-8 8 0 16,-7 8 0-16,0 4 0 16,-5 11 0-16,1 6-75 15,7 6-204 1,2 8-253-16,2 0-929 0,3 8 0 16,-1 4 0-16</inkml:trace>
  <inkml:trace contextRef="#ctx0" brushRef="#br0" timeOffset="5494.55">17151 6138 4814 0,'0'0'156'16,"0"0"-1"-1,2 0 27-15,10 0 45 16,14 1 26-16,18-1 12 15,17 0 11-15,10 0 15 16,-1-1 6-16,-9-1-130 16,-12 2-23-16,-19-2 10 15,-10 0-21-15,-11 1-39 16,-5-1-22-16,-4 1-37 0,0 1-128 16,0 0-149-16,2 0-296 15,-2-28-830 1,-2 27 0-1,2-6 0-15,0 1 0 16</inkml:trace>
  <inkml:trace contextRef="#ctx0" brushRef="#br0" timeOffset="6261.73">18431 5827 4710 0,'0'-5'130'15,"0"2"-8"-15,3-1 7 16,-2 8 23-16,2 13 66 16,-1 12 49-16,-1 10 44 15,-1 14 26-15,0 2 23 16,0 5-125-16,0 0-5 15,0-4 9-15,0-2-8 16,0-7-21-16,0-5-68 16,0-5-49-1,0-9-43-15,0-4-25 0,0-9-25 16,2-7 0-16,-2-4 0 16,1-4 0-16,-1-1 0 15,3-3-211-15,3 0-176 16,20-5-1131-16,-18 0 0 15,-2-7 0-15,2-2 0 32</inkml:trace>
  <inkml:trace contextRef="#ctx0" brushRef="#br0" timeOffset="7216.14">19838 6136 4754 0,'0'0'219'0,"0"-1"35"15,0 1-5-15,0-1 7 16,9 2 7-16,15-1 4 16,13-1 3-16,11 1 3 15,10 0-62-15,-5 1-281 16,-6 2-228-16,-8 1-291 16,-14 1-622-16,-13 2 0 15,-9 3 0-15,-11 0 0 16</inkml:trace>
  <inkml:trace contextRef="#ctx0" brushRef="#br0" timeOffset="7400">19905 6416 2897 0,'0'5'193'16,"0"-1"67"-16,1 0 62 0,9-1 60 16,10 0 36-16,19-7 0 15,9 0 4-15,13-2-64 16,-1 3-92-16,-2-1-334 15,-12-7-1105 1,-9 7 0-16,-16-2 0 16,-9-1 0-16</inkml:trace>
  <inkml:trace contextRef="#ctx0" brushRef="#br0" timeOffset="8085.32">21205 6242 5304 0,'0'0'81'0,"0"0"5"16,6 0 4-16,11 0 1 0,11 0-1 0,11 0 0 16,6 0 1-16,-1 0 6 31,-8-4-1-31,-12 4-62 16,-10-2 5-16,-10 0-4 15,-2 2-3-15,-10-2-8 16,-10 2-2-16,-6-1 7 15,-4 1-6-15,-10 0 0 16,3 0 4-16,7 0-6 16,5 0-5-16,8 0 4 15,7 0-2-15,5 0-2 16,3 0-12-16,3 0 3 16,5 0 19-16,7 0-1 15,9 0-11-15,9 0-1 16,8 0-8-16,1 0-7 15,0 0 9-15,-4 0 18 32,-11 0 14-32,-3 0-10 15,-11 0-30-15,-3 0-50 16,-7 0-47-16,-3 0-112 0,1 0-203 16,-1-14-769-16,2 11 0 15,-2 0 0-15,3-4 0 16</inkml:trace>
  <inkml:trace contextRef="#ctx0" brushRef="#br0" timeOffset="8495.86">22096 5983 5567 0,'0'-3'285'16,"0"1"0"-16,0-1-2 15,0 0-10-15,0 4 4 16,3 9 8-16,-2 10 0 15,-1 9 0-15,0 10 0 16,2 10-227-16,-2 5-58 16,1 0 0-16,1 2 2 15,-1-2 10-15,4-6-3 16,-2-2-9-16,2-10 0 16,-1-7 0-16,3-8-5 15,-5-3-209-15,2-7-353 16,1-6-914-16,-2-10 0 15,-6-17 0 17</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8:24:11.605"/>
    </inkml:context>
    <inkml:brush xml:id="br0">
      <inkml:brushProperty name="width" value="0.05292" units="cm"/>
      <inkml:brushProperty name="height" value="0.05292" units="cm"/>
      <inkml:brushProperty name="color" value="#FF0000"/>
    </inkml:brush>
  </inkml:definitions>
  <inkml:trace contextRef="#ctx0" brushRef="#br0">5847 3344 833 0,'3'-3'180'0,"0"-1"61"16,0-3 62-16,-1-2 44 15,-1 0 41-15,-1-1 28 31,0 0 26-31,-1-1 23 16,-4 3 8-16,-2 1-107 16,-5-2-60-16,-10 4-56 15,-6 2-62-15,-5 2-42 16,-8-1-40-16,-2 4-21 16,-1 2-20-16,-4 4-22 15,2 5-4-15,0 3-8 16,7 8 1-16,1 4 2 15,4 7 5-15,2 5-2 16,8 7 4-16,3 5 1 16,6 1 10-16,7 0 15 15,7 2-9-15,4-3 2 16,10-2 13-16,10-1-3 16,13-3 14-16,12-6 21 15,11-5 12-15,9-10 11 16,7-7 0-1,0-13-8-15,0-3 14 0,-7-9 3 32,-9-7-6-32,-14-4 6 15,-15-3-4-15,-10-1-21 16,-14-1-16-16,-3 4-20 0,-6 4-15 16,0 2-9-1,-2 5-8-15,0 4-9 16,1 1-8-16,1 1-17 15,2 2-37-15,1-2-1 0,0 2-13 16,0 0-1 0,0-2 0-16,0 1 9 15,-2 1 0-15,2 0 1 16,0 0-1-16,0 0-3 0,0 0 21 16,0 0 0-16,-1 0 19 15,-1 0 5 1,1 0-6-16,-2 0-9 15,3 0 0-15,-2 0 0 16,2 0 6-16,0 0 12 0,2 0 1 16,-2 0-4-1,-2 0 0 1,2 0 0-16,0 0 6 16,0 0 3-16,0 0 3 15,0 0 3 1,0 0 3-16,0 0-3 0,0 0 3 15,0 0 0-15,0 0-3 16,0 0-15-16,0 0 0 16,0 0-9-16,0 0-8 15,0 0-7-15,0 0-9 16,0 0 0-16,0 0 0 16,0 0 0-1,0 0 0-15,0 0 10 0,0 0-1 16,0 0 6-16,0 0 9 15,0 0 3-15,0 0-3 16,0 0 3-16,0 0-3 16,0 0 4-16,0 0-1 15,0 0 0-15,0 0 0 32,0 0 0-32,0 0-3 15,0 0 0-15,0 0 4 16,0 0-4-16,0 0 0 15,0 0 0-15,0 0 0 16,0 0 0-16,0 0 0 16,0 0 0-16,0 0 0 15,0 0 2 1,0 0-2-16,0 0 0 16,0 0 0-16,0 0 0 0,0 0 0 15,0 0 0-15,0 0 0 16,0 0 0-16,0 0 0 15,0 0-2 1,0 0 2-16,0 0 0 0,0 0 0 16,0 0 0-16,0 0 0 15,0 0-10-15,0 0 10 16,0 0-9-16,0 0 0 16,0 0 0-1,0 0 0 1,0 0-1-16,0 0 1 0,0 0 0 15,0 0 0-15,0 0 9 16,0 0-22-16,0 0-148 16,0 0-123-1,0 0-315-15,0-27-742 16,0 23 0-16,0-4 0 0,0-7 0 16</inkml:trace>
  <inkml:trace contextRef="#ctx0" brushRef="#br0" timeOffset="1216.62">4924 3264 1529 0,'0'0'149'15,"0"0"42"-15,0-2 23 16,0 2 25-16,0-2 13 15,0 2-1-15,0-1 10 16,-7 2 8-16,-8 5 5 16,-9 1-93-16,-6 8-43 15,-12 7-36-15,-2 7-14 16,-3 2-21-16,-1 4-8 16,-5 0 4-16,2 2-7 15,4 2 0 1,1-1 1-16,5-3 1 15,5-1-4-15,4-6 2 0,5-3-6 32,2-2-2-32,2-5 7 15,4-2 2-15,-2 0 0 16,3-5-4-16,1 3-5 16,1-6-1-16,10 0-6 15,-2-2-7-15,5-2 0 16,1-1-10-16,4-2-16 15,-2 1-8 1,0-2 4-16,4 1 6 0,7 2 4 16,8 1 6-16,13 0 0 15,7 3 2-15,9-1 0 16,4 1 4-16,2 1 8 16,3 2 3-16,-1-2-8 15,-1 1-7 1,-6-3-8-16,-3 3-6 15,-11-4-1-15,-8 1 0 0,-7 0-3 16,-2-5 0-16,-5 2 2 31,1 1-1-31,-5-4-1 16,3 3 0-16,1-2 0 16,-2 2 2-16,4 0 0 15,-3-1-1-15,-1 1 2 16,-4-1-2-16,-3-2-8 15,-4 1-20-15,2-1-50 16,-2 1-136-16,0-1-279 16,-2 0-468-16,-2-1 0 15,-3-5 0-15</inkml:trace>
  <inkml:trace contextRef="#ctx0" brushRef="#br0" timeOffset="2569.37">4926 3287 1317 0,'0'0'157'0,"0"0"45"16,0 0 28-16,0 0 11 15,0 0 2-15,0 0-5 16,0 0-7 0,0 0 3-16,0 1-1 15,2 3-95-15,1 6-58 16,4 7-39-16,5 3-26 0,0 7-9 16,6 2 1-16,-3 2 9 15,2 2 12 1,-2-2 3-1,-2 2 8-15,1 1 14 16,-3-7 11-16,0 3 6 0,-1-4 2 16,-1-1 4-16,0-1-2 15,-3-5 5-15,0 2-1 16,-3-3 3-16,3-2 1 16,-6-4-7-16,4 1-8 15,-4-2-2-15,0-1 6 16,0-2 7-16,0-1-1 15,0 0-7-15,0 0-5 16,0-3-5-16,0 3-10 16,0-3-6-16,0-1-6 15,0 0-8-15,0-1-10 16,0 1-10-16,0-3 2 31,0 2 0-31,0-2 2 16,0 1-4-16,0-1 2 15,0 1 0-15,0-1-2 16,0 0 1-16,0 2-1 16,0-2-1-16,0 1 2 15,0 1 1-15,0-1-1 16,0 0-1-16,0-1 0 16,0 0 0-16,0 2 4 15,0-1-3-15,0-1 3 16,0 1 0-16,0-1-3 15,0 0-2-15,0 0 2 16,0 0 4-16,0 0 0 16,0 0 1-16,0 0-4 15,0 0 6 1,0 0-2-16,0 0-2 16,0 0 0-16,0 0-2 0,0 0-1 15,0 0-5-15,0 0 1 16,0 0-3-16,0 0 0 15,0 0-2 1,0 0-3-16,0 0-4 16,0 0-1-1,0 0-1-15,0 0-1 16,0 0 1-16,0 0-1 16,0 0 0-1,0 2 1-15,0-1-4 0,0 2 1 16,0 0 2-16,0 0 4 15,0-2 0-15,0 2 1 16,0-2 2-16,0-1 1 16,0 2 3-1,0-2 0-15,0 0 3 0,0 0 2 16,0 0 0-16,0 0-1 16,0 0-1-16,0 0 1 15,0 0 3 1,0 0 3-16,0 0-2 0,0 0 1 15,0 0 1-15,0 0-1 16,-4 0-1-16,-5 0 3 16,-7 0-2-1,-3 0 1-15,-8 0-5 16,2 0-4-16,-2 0-1 16,4 0-4-16,2 0-10 15,3 0-37-15,6 0-82 16,2 0-171-16,6-6-758 15,0 2 0-15,4-5 0 16,4-2 0-16</inkml:trace>
  <inkml:trace contextRef="#ctx0" brushRef="#br0" timeOffset="3925.75">5856 3288 1308 0,'2'-1'49'15,"2"-1"3"-15,7 1 5 0,-1 1 4 16,7-3 13 0,1 3 11-16,1 3 11 15,-2-2 22-15,3 6 16 16,-2 2-32-16,0 3 0 16,1 2 6-16,0 3 6 15,2-2 13-15,-2 3-10 16,-1 2-1-16,-1-2-3 15,-2 1-18-15,0 1-1 16,-5 0-6-16,5 0 0 16,-4 2-4-16,-3 1-5 15,2-1-13 1,-3-3 2-16,0 5-5 0,-1-5-2 16,-3-1 4-16,1 2-5 31,0-2 6-31,-4-1 11 15,2-2 5-15,-1 2 4 16,-2-3 5-16,2-2 7 16,-1 1 6-16,0-2 2 15,-3-3 1-15,-5 2-4 16,2 1-8-16,-7-1-9 16,-3 2-14-16,-2 0-7 15,0-1-8-15,0 0-7 16,0 0-8-16,-2 1-7 15,2 0-2 1,-3-4-10-16,-1 2 3 0,-4-5-8 16,3-1 4-1,-2 1-4-15,-1-4-2 16,-1 0-6-16,2-1-10 0,-3 0-36 0,4 0-81 31,2 0-93-15,1 0-156-16,4-7-574 15,0 5 0-15,2-5 0 16,2-4 0-16</inkml:trace>
  <inkml:trace contextRef="#ctx0" brushRef="#br0" timeOffset="4562.21">6010 2944 1932 0,'0'-2'128'0,"0"2"10"0,0 3 30 16,-3 11 35-16,-2 12 31 15,-5 17 27-15,-11 18 19 16,-3 17 18-16,-3 8 20 16,-3 6-124-16,1 5 35 15,2 0 18 1,-3-4-17-16,1-6-29 0,2-2-24 31,0-5-27-31,4-7-20 16,2-2-15-16,3-6-17 15,2-8-16-15,2-5-21 16,1-6-25-16,3-10-11 16,3-9-3-1,1-4 1-15,2-12 15 0,2-4-97 16,2-3-150-16,0-10-222 15,0-26-632-15,0 12 0 16,6-7 0-16,-2-3 0 16</inkml:trace>
  <inkml:trace contextRef="#ctx0" brushRef="#br0" timeOffset="6074.06">7741 3646 2874 0,'0'0'206'0,"0"0"14"16,0-2-9-16,2 2 3 15,11 0 5-15,12-1 3 16,13 1 1-16,13 0 1 16,14 0 1-16,3 0-150 15,3 0-58-15,-4 1-84 16,-5 1-137-16,-11-1-169 15,-13-2-484-15,-20 8 0 16,-15 0 0-16,-21-2 0 16</inkml:trace>
  <inkml:trace contextRef="#ctx0" brushRef="#br0" timeOffset="6292.1">7770 3871 2402 0,'-5'7'108'0,"2"0"37"15,0-1 22-15,6 2 68 16,19-2 21-16,18-6 4 31,14 0 4-31,17 1 1 0,8-2-1 0,-6-2-77 16,-7 1-194-16,-9 1-266 31,-24-3-581-31,-15 2 0 16,-13 2 0-16,-8-1 0 15</inkml:trace>
  <inkml:trace contextRef="#ctx0" brushRef="#br0" timeOffset="7091.53">9424 3392 2357 0,'-3'-8'189'0,"-8"0"34"16,-7-3 22-1,-8-1 14-15,3 4 7 16,-11 7 10-16,0 1 13 16,1 4 13-16,-5 8 14 15,-3 11-135-15,1 9-31 16,5 11-28-16,5 8-12 15,12 5-5-15,9 2-1 16,6-1-1-16,10 1-5 16,14-6-9-16,11 0 9 15,14-5-1-15,15-6 7 16,13-5 29-16,13-10 12 16,5-5 0-16,6-10 3 15,1-5 5 1,-6-11-3-16,-7-6 6 0,-12-7-8 31,-12-7 16-31,-11-11-13 16,-17-7-31-16,-11-8-22 15,-12-7-10-15,-7-1-9 16,-13-1-16-16,-12 4-6 16,-9 5-15-16,-9 9-42 15,-14 10-75-15,-5 7-97 16,-5 7-59-16,-3 8-66 0,-1 6-108 15,3 2-139-15,9 2-228 16,0 3-353 0,9 0 0-16,13-3 0 15,12 1 0-15</inkml:trace>
  <inkml:trace contextRef="#ctx0" brushRef="#br0" timeOffset="7493.34">9669 3127 3554 0,'-2'0'42'0,"-5"11"24"16,-8 15 38-16,-7 20 22 16,-4 24 24-16,-10 26 20 15,-3 14 14-15,-1 8 11 16,3-1 7-1,2-3-16-15,5-12-19 16,3-11-24-16,7-10-37 16,2-9-27-16,6-11-181 15,8-12-324-15,-1-13-563 16,4-15 0-16,7-17 0 16,3-25 0-16</inkml:trace>
  <inkml:trace contextRef="#ctx0" brushRef="#br0" timeOffset="8540.93">11027 3319 2107 0,'0'-10'263'0,"0"-3"47"0,3 1 35 15,-3-3 19-15,0 6-5 16,-9 6 7-16,-6 5 7 16,-11 9 7-16,-15 17 9 15,-7 18-174-15,-6 18-68 31,3 18-42-31,9 10-12 0,12 1-6 32,9-4 15-32,14-7 8 0,9-7-7 15,13-9 4-15,6-10 8 16,12-7 17-16,12-13-18 16,12-8-111-16,7-10-121 15,5-12-195-15,-1-18-938 16,-5-7 0-16,-13-13 0 15,-10-14 0-15</inkml:trace>
  <inkml:trace contextRef="#ctx0" brushRef="#br0" timeOffset="8888.57">11290 3462 3158 0,'0'-1'195'0,"0"-4"7"0,3 3 15 15,14-1 12-15,11 1 3 16,16 1 1-16,13 1 5 15,14-1 0-15,1-1 0 16,5 2-158-16,-11 0-32 16,-7 0-19-16,-14 0-65 15,-16 0-162-15,-16 0-173 16,-9-5-575-16,-15 5 0 31,-9 0 0-31,-10 2 0 0</inkml:trace>
  <inkml:trace contextRef="#ctx0" brushRef="#br0" timeOffset="9138.7">11567 3518 4155 0,'0'-2'153'0,"-4"4"8"16,1 5 14-16,-7 7 25 15,0 12 14-15,-3 10 37 16,0 9 17-16,0 5 11 15,7 3 11-15,0 0-142 16,0-3-5-16,3 0 10 16,0-6-19-16,-3 1-48 15,3-8-138-15,1-3-262 16,2-15-974-16,2 2 0 16,7-11 0-1,12-9 0-15</inkml:trace>
  <inkml:trace contextRef="#ctx0" brushRef="#br0" timeOffset="9434.84">11986 3877 4329 0,'0'0'63'0,"0"0"41"16,0 5 23-16,0 9 14 15,0 7 13-15,-3 7 5 16,-4 7 1-16,1 3 1 16,-1-1 3-16,-1-5-43 15,4-1-26-15,1-6-115 16,3-1-255-1,9-13-821-15,1-4 0 0,6-7 0 16,6-14 0-16</inkml:trace>
  <inkml:trace contextRef="#ctx0" brushRef="#br0" timeOffset="9755.62">12195 3955 4418 0,'0'0'59'0,"-3"0"10"15,-8 2 2-15,-2 5 3 16,-4 2 3 0,-7 3 3-16,1 3 4 0,6-3 19 15,3-4 18-15,6-3-40 16,5-3-6-16,3-2-11 16,2 0 0-16,-2-2 1 15,0 1-13 1,1 1-10-16,5 0-4 0,2-1-17 15,4 5-17-15,0 4-3 16,0 5-5-16,0-1 4 16,-3 8 0-1,0-2-29-15,0 1-167 16,42-5-890-16,-37 3 0 0,-1-10 0 31,10-5 0-31</inkml:trace>
  <inkml:trace contextRef="#ctx0" brushRef="#br0" timeOffset="9959.44">12398 4056 4351 0,'4'0'47'0,"9"0"10"31,4 0 1-31,10 0 6 16,5 1 0-16,3 1 2 15,-2-1-24-15,-5 2-127 16,6 0-305-16,-18-3-464 16,-4-4 0-16,-3-2 0 15,-6-2 0-15</inkml:trace>
  <inkml:trace contextRef="#ctx0" brushRef="#br0" timeOffset="10189.92">12523 3892 5588 0,'0'-3'49'16,"-3"3"2"-16,-1 0 12 16,0 6 31-16,0 8 15 15,-2 8 6-15,-3 6 6 16,1 4 1-16,4 1 4 16,-4-1-45-16,5-1-56 15,2-1-149-15,7-5-397 16,4-4-658-16,13-11 0 15,7-8 0-15,11-13 0 16</inkml:trace>
  <inkml:trace contextRef="#ctx0" brushRef="#br0" timeOffset="10427.27">12928 3882 6027 0,'0'-1'18'0,"1"1"29"0,-1 5 27 16,0 9 34-16,2 6 16 16,-2 12 3-16,-2 7 7 15,-1 1 4 1,-2 3 5-16,0-3-41 16,2 2-158-16,11-2-581 15,-6-9-632-15,3-13 0 0,8-15 0 31,5-17 0-31</inkml:trace>
  <inkml:trace contextRef="#ctx0" brushRef="#br0" timeOffset="12136.32">13667 3234 1060 0,'0'-6'178'0,"0"1"32"15,3-2 8-15,4 0 32 16,7 0 30-1,4 7 26-15,11 0 38 0,4 11 17 16,-3 11 21-16,5 16-99 16,-5 16-49-16,-6 21-22 15,-4 9 1-15,-4 9-16 16,-5 3-23-16,-7 0-22 31,-4-8-32-31,-4-4-3 16,-6-3-18-16,-7-6-17 15,-6-4-2-15,-8-9-6 16,-3-6-8-16,-1-9-12 16,0-7-19-16,1-13-45 15,3-8-159-15,6-10-324 16,0-12-528 0,7-14 0-16,10-16 0 0,11-13 0 15</inkml:trace>
  <inkml:trace contextRef="#ctx0" brushRef="#br0" timeOffset="12493.71">14507 3871 3913 0,'0'0'169'16,"0"-1"7"-16,0 1 10 15,12-2 7-15,13 4 3 16,12-4 5-16,8 2 3 16,12 0 6-16,-3 0 3 15,-7 0-149-15,-10 0-18 16,-10 0-5-16,-7 0-12 15,-11-1-4-15,-6 1-18 16,-1 0-78-16,-2 0-111 16,0 0-246-16,-5-13-610 15,-4 15 0-15,0-4 0 16,2 0 0 0</inkml:trace>
  <inkml:trace contextRef="#ctx0" brushRef="#br0" timeOffset="13180.75">16111 3410 3077 0,'-4'-12'171'0,"-7"-2"37"15,-8-3 19 1,-10-1 13-16,-6 8 15 0,-5 6 10 16,-10 6 11-16,-5 6 12 15,-1 13 6-15,-2 12-131 16,4 15-25-16,6 11-26 15,14 10-4 1,13 4 23-16,12 3 3 16,15-5 5-16,18-5 16 15,9-3 6-15,15-7 5 0,18-5 13 32,15-11 12-32,7-5 1 15,15-14-13-15,-2-9-24 16,2-9-18-16,-8-11-18 15,-10-13-23-15,-13-11-21 16,-14-10-10-16,-12-12-19 16,-17-6-22-16,-14-2-9 15,-12-4-5-15,-7 0-10 16,-16 0 0-16,-9 6 0 16,-4 7-36-16,-9 6-113 15,1 12-81-15,4 10-130 16,1 10-197-16,42 0-814 0,-35 8 0 15,4 3 0 1,1-3 0 0</inkml:trace>
  <inkml:trace contextRef="#ctx0" brushRef="#br0" timeOffset="13502.39">16284 3162 3703 0,'-11'2'82'15,"-9"12"36"-15,-10 14 19 0,-8 22 30 16,-12 21 17 0,1 24 17-16,3 13 14 15,0 6 10-15,4 0 5 16,2-6-28-16,3-7-48 15,6-8-33-15,-1-5-14 16,0-6-30 0,4-7-19-16,5-12-72 15,0-8-152-15,11-12-278 16,3-21-627-16,6-5 0 0,8-14 0 16,7-24 0-1</inkml:trace>
  <inkml:trace contextRef="#ctx0" brushRef="#br0" timeOffset="15188.54">17643 3367 3225 0,'-16'-4'142'16,"-8"1"19"-16,-14 2 48 31,-8 7 9-31,-12 13 23 0,-3 17 23 0,1 21 18 15,-1 14 10-15,12 9 7 32,16 4-109-32,11 3-2 15,12-8-8-15,12-2-42 16,9-7-1-16,9-4-11 16,12-11-27-16,7-5-45 15,14-8-72-15,2-16-134 16,13-9-259-16,4-21-761 15,-4-9 0-15,-6-19 0 16,-7-12 0-16</inkml:trace>
  <inkml:trace contextRef="#ctx0" brushRef="#br0" timeOffset="15458.73">17862 3479 3411 0,'0'-10'224'0,"0"-3"19"16,1 1 4 0,12-2 6-16,12 7 5 15,15 4 2-15,18 3 2 16,19-1 1-16,5 2 3 16,1-1-171-16,-2 2-51 15,-13-2-18-15,-14 0-8 16,-19 0-35-16,-17 0-99 15,-12 0-145-15,-14 1-234 16,-16 0-501-16,-9 6 0 16,-9-2 0-16,-5 1 0 15</inkml:trace>
  <inkml:trace contextRef="#ctx0" brushRef="#br0" timeOffset="15683.76">18130 3523 4168 0,'-3'0'133'0,"-5"4"36"16,1 12 40-16,-6 7 34 16,0 16 27-16,1 9 15 15,0 6 11 1,8 2 9-16,-1 1 1 16,2-2-130-16,-2 0 0 15,1-4-64-15,-2-2-168 16,-1-5-234-16,45-8-1010 15,-35-7 0 1,7-11 0-16,7-11 0 16</inkml:trace>
  <inkml:trace contextRef="#ctx0" brushRef="#br0" timeOffset="15942.02">18604 3831 5833 0,'0'0'61'16,"-2"-2"50"-16,-4 11 52 15,0 6 41-15,-3 14 8 16,0 10 5-16,5 8 6 16,1 1 2-16,0-4 1 15,0-2-53-15,3-6 1 16,-6-3-167-16,3-6-276 15,18-8-1243-15,-5-6 0 16,11-8 0-16</inkml:trace>
  <inkml:trace contextRef="#ctx0" brushRef="#br0" timeOffset="16251.27">18821 3966 5558 0,'-3'-2'47'0,"-7"1"1"0,-7 5 1 15,-6 4 1 1,-1 8-1-16,-8 6 2 16,7 3 2-1,4-4 3 1,5-3 3-16,8-6-29 0,8-3 18 16,0-8-10-16,1 0-12 15,9-2-3 1,0-2-6-16,2 2-7 15,6-1-5-15,1 2-3 16,1 5-4-16,1 3-12 0,1 3-21 16,0 0-1-16,-4 4-80 15,7 1-217 1,4-12-803-16,2-1 0 0,7-5 0 16,7-10 0-16</inkml:trace>
  <inkml:trace contextRef="#ctx0" brushRef="#br0" timeOffset="16581.6">19481 3225 4595 0,'3'-12'63'15,"9"2"23"1,9 6 13-16,8 4 15 0,1 18 8 15,3 22 10-15,-3 13 11 16,-7 15 16-16,-5 13 48 16,-6 5-23-16,-1 5 38 15,-5 1-2-15,-6-3-5 16,1-6-9-16,-1-3-6 16,-4-10 1-1,-3-6-5-15,-6-5-20 16,-11-11-212-16,-7-5-210 0,-12-19-1205 31,-8-5 0-31,1-15 0 16,1-20 0-16</inkml:trace>
  <inkml:trace contextRef="#ctx0" brushRef="#br0" timeOffset="17017.97">20752 3909 5468 0,'0'0'167'0,"0"0"-5"16,1 0 3-16,11 0 15 0,16 0 4 16,9 0 9-1,11 1-99-15,9 2-90 16,-13 4-157-16,-8 3-391 16,-22-16-640-16,-17 23 0 0,-24 4 0 15</inkml:trace>
  <inkml:trace contextRef="#ctx0" brushRef="#br0" timeOffset="17187.14">20684 4253 4172 0,'0'2'254'0,"1"-1"73"0,12-1 20 16,18 0 16-16,14 3 0 16,18-6 1-16,14 3-180 15,5 0-220-15,-4-6-1231 16,-9 5 0-16,-18-6 0 15,-11-10 0 1</inkml:trace>
  <inkml:trace contextRef="#ctx0" brushRef="#br0" timeOffset="17964.9">22680 3239 3084 0,'-24'-1'64'0,"-17"0"12"15,-16 1 11-15,-15-2 12 32,-5 4 15-32,0 3 24 15,6 1 10-15,7 1 6 16,11 2 3-16,15 0-47 16,11 2-19-16,10 0-16 15,9 3-7-15,3 3-9 16,5 1-7-16,0 4-21 15,0 4-4 1,0 4 1-16,0 6 8 16,0 8 19-16,0 6 16 0,0 10 27 15,-3 8 7 1,-3 10 11-16,-12 6 4 0,-3 9 7 16,-5 7 5-16,-5 4 9 15,5-1 26-15,5-3 12 31,3-5 1-31,9-11-9 0,3-6 1 16,5-8-5 0,-1-9 6-16,5-8 15 0,8-8 16 0,8-11-12 31,16-7-37-31,14-13-28 0,12-7-18 16,9-6-14-16,4-5-11 15,-5-7-11 1,-14 3-17-16,-10-4-24 0,-17 1-132 15,-12 3-169-15,-9 0-236 16,-4-8-957-16,-3 4 0 16,0-8 0-16,1-8 0 15</inkml:trace>
  <inkml:trace contextRef="#ctx0" brushRef="#br0" timeOffset="18983.95">22484 3923 2394 0,'0'-7'194'16,"0"-3"34"-16,2-4 13 16,2-4 10-16,8 1-3 15,5 2 5-15,9 2-4 16,5 1-2-16,-1 5-1 16,3 1-149-16,-6 5-48 15,0 2-41-15,-4 5-16 16,-9 5-4-1,-4 6 9-15,-2 9 6 16,-10 9 16-16,-14 4 17 16,-10 3 10-16,-12 5 8 15,-10 0 12 1,-8 4 18-16,-1-2 15 0,6-5 1 16,9-2 5-16,10-7-11 15,11-7-11-15,11-8-10 16,7-4 7-16,7-4 25 31,15-6 22-31,9-3-1 16,15-3-12-16,9 1 2 15,5-2-5-15,-1-1 2 16,-11 2 9-16,-2 0-6 16,-9-1-18-16,-9-1-28 15,-8 1-24-15,-7 1-10 16,-4-1 6-16,-6 1-12 0,3 0-9 15,-3 0-5 1,0 0-64-16,0 0-64 16,0 0-77-16,0 0-191 15,53-5-880-15,-55 5 0 16,2-9 0-16,5-5 0 0</inkml:trace>
  <inkml:trace contextRef="#ctx0" brushRef="#br0" timeOffset="19332.23">23393 3774 4214 0,'0'-7'83'15,"-8"3"6"-15,-9 1 15 0,-10 6 19 16,-3 9 22-16,-17 19 20 16,0 9 16-16,1 14 13 15,7 9 14 1,5 4-61-16,14 1 4 0,7 0 12 16,10-4-15-1,8-3-9-15,6-6-14 16,8-6-2-16,5-9-99 15,11-9-118-15,10-8-285 16,7-28-831-16,7 6 0 16,-3-13 0-1,1-13 0-15</inkml:trace>
  <inkml:trace contextRef="#ctx0" brushRef="#br0" timeOffset="19564.38">23613 3917 4746 0,'0'-8'133'0,"0"-1"-9"0,0 5 9 16,0 6 17-16,0 13 33 15,0 17 28-15,-1 10 32 16,-4 9 15-16,-4 6 4 16,-1 1-131-16,-4-1 13 15,2-3 19 1,1-2-83-16,0-11-219 0,8-9-1225 15,6-8 0 1,11-14 0-16,17-15 0 16</inkml:trace>
  <inkml:trace contextRef="#ctx0" brushRef="#br0" timeOffset="19913.5">23901 4028 5188 0,'0'-5'75'15,"-5"2"5"-15,-4 4 2 16,-10 5 1-16,-4 6 0 16,-10 11 2-16,0 2 0 15,1 1 4-15,10-4 1 16,5-5-73-16,11-6 36 16,3-7-5-1,3-3 2-15,4-3-5 0,6-4-18 16,-1-1 3-16,7 2-10 15,2 0-14-15,2 3-4 16,-4 7-4-16,-5 6-26 16,0 7-1-16,-4 3-3 31,0 7 4-31,-4 3 28 0,2-8-12 16,0 1-72-16,2-2-246 15,3-12-808-15,6-2 0 16,3-4 0-16,7-7 0 15</inkml:trace>
  <inkml:trace contextRef="#ctx0" brushRef="#br0" timeOffset="20139.84">24127 4180 4533 0,'1'-5'162'0,"9"3"5"16,6-1 3-16,9 0 3 15,8 3 4-15,7 0 5 16,5 0 4-16,-6 0-3 16,-1 0 6-1,-7 0-200-15,-5 0-141 16,-1 0-329-16,-16 0-614 16,-2-1 0-1,-2-3 0-15,-3-3 0 16</inkml:trace>
  <inkml:trace contextRef="#ctx0" brushRef="#br0" timeOffset="20378.66">24320 4009 4047 0,'0'-3'123'16,"-3"2"11"-16,-1 2 23 15,-2 7 28-15,0 8 21 0,-2 9 13 16,-2 7 18-16,1 4 17 15,1 4 12 1,1-1-124 0,0 1 16-16,1-5-4 0,-1-2-33 15,3-4-140-15,1-1-270 32,4-14-930-32,8 0 0 15,8-9 0-15</inkml:trace>
  <inkml:trace contextRef="#ctx0" brushRef="#br0" timeOffset="20782.08">24989 3932 4045 0,'0'-4'208'16,"0"1"-10"0,0 1 7-1,0 2 7-15,-3 9 30 16,-1 11 38-16,-4 8 42 15,-1 9 31-15,-2 8 9 16,1 5-184-16,2 0-11 0,-1 2 22 16,2-2-7-16,-2-3 10 15,-1-1-31-15,0-5-51 16,4-9-188-16,2-3-171 16,2-7-247-16,4-27-860 15,5 6 0-15,13-8 0 16,10-15 0-16</inkml:trace>
  <inkml:trace contextRef="#ctx0" brushRef="#br0" timeOffset="21147.38">25382 3689 3437 0,'5'-20'247'16,"-4"-2"31"-16,2 0 1 16,3 1-12-16,0 11 3 15,6 12 7-15,14 11 8 16,8 14 21-16,11 13 31 16,4 16-161-16,-5 11-49 15,-4 8-13-15,-13 1 14 16,-9 4 46-16,-11-1 9 15,-4-3 11-15,-6-1 5 16,-4-4-10-16,-7-2-31 31,-7-7-29-31,-9-7-10 0,-9-5-66 16,-3-5-195-16,-8-5-204 16,41-9-1141-16,-45-10 0 15,2-13 0 1,5-12 0-16</inkml:trace>
  <inkml:trace contextRef="#ctx0" brushRef="#br0" timeOffset="21963.05">26170 4217 4460 0,'0'-4'206'32,"0"-2"31"-32,0 1 24 15,10-1 9-15,9 2 2 0,14 4-4 16,13-3 8-16,11 3 2 15,-2 0-4-15,-8 0-162 16,-8-1-44-16,-16 2-36 16,-10-2-27-1,-8 1 1-15,-4 0 11 16,-7 0 14-16,-9 0-8 0,-9 0 4 16,-15 0 4-16,-8 1 10 15,-5 2-8 1,8-3 11-16,11 4-4 0,13-4-20 15,10 2-18-15,5 0-16 16,5-2-4-16,0 0 4 16,6 2-1-16,6-2 12 15,12 0 3-15,11-2 1 32,10 4 7-32,3-2 10 15,0 0 10-15,-10 1 5 16,-11-1-48-16,-12 0-95 15,-9 2-88-15,-6 0-371 16,-6-35-724-16,-3 30 0 16,-4-4 0-16,5-2 0 15</inkml:trace>
  <inkml:trace contextRef="#ctx0" brushRef="#br0" timeOffset="22815.1">26899 4078 3051 0,'4'-8'131'0,"1"-3"7"15,10 0 0-15,3-3 2 16,8 4 3-16,2 4 5 15,1 2 6 1,-2 3 15-16,-3 2 6 16,0 6-102-16,-4 4-12 0,-4 7 4 15,-2 10 9-15,-10 4 5 16,-1 1 2-16,-1 4 6 16,-8-3 3-16,0-3-3 15,0-5 22-15,1-8 25 16,-1-4 78-16,3-10 104 15,0-1-3-15,3-7-7 16,0-4-6-16,-1-10-10 16,2-7-9-16,8-10-13 31,8-4-27-31,4-4-31 16,9 5-89-16,6 5-121 15,0 9-12-15,-3 5 0 16,-1 8-6-16,-5 5-9 15,-3 4-15-15,-6 6-9 16,-5 5 6-16,-5 8 5 16,-3 4-6-16,-5 8 12 15,-5 4 6-15,-7 5 2 16,2-2 5-16,-4 2 19 0,2-4 6 16,3 0 12-16,9-8 4 15,-3-4-3-15,3-5-43 16,9-5-180-16,5-2-205 15,11-10-1028-15,10-5 0 16,8-20 0-16</inkml:trace>
  <inkml:trace contextRef="#ctx0" brushRef="#br0" timeOffset="23439.12">27871 3374 2596 0,'14'-5'66'0,"10"1"16"16,12-2 12-16,9 2 20 0,2-2 20 16,4 6 14-16,3-4 9 15,-4 0 16-15,-3-3 23 16,-5-1-25-16,-9-2 13 15,-6 1-3 1,-7 3-17-16,-10 1-40 16,-4 3-11-16,-2 6-9 0,-4 7 9 15,-2 14-1-15,-9 11-11 16,-10 21-16 0,-13 17-16-1,-12 14-1-15,-11 12 10 16,3 7 24-16,9 3-2 15,3 7 0-15,13-3-12 16,12-1-7-16,5-6 8 16,0-5 3-16,6-13 7 15,0-6-5-15,-4-10-2 16,1-11-6-16,1-5 4 16,1-9 6-16,-1-12 12 15,4-5-1-15,-1-11-9 16,4-7 49-16,-1-6 0 15,1-6-7-15,-6-1-3 16,-3-1 3-16,-3-3-13 16,-13-3-10-1,-6-4-16-15,-4-2-9 0,-3-2-12 16,-6-2-66 0,1 0-14-16,1 4 0 15,0-1-160 1,7 2-134-16,2 4-244 0,7-6-901 15,9 9 0 1,10-6 0-16,3-3 0 16</inkml:trace>
  <inkml:trace contextRef="#ctx0" brushRef="#br0" timeOffset="24391.73">28723 4220 2681 0,'0'-2'247'16,"0"0"25"-16,0-1 11 16,2-1 7-16,5 0 2 15,13 1 2-15,6 1 0 16,9 2 1-16,9-2 1 15,-1 2-188-15,-6 0-57 16,-7 0-22-16,-12 0-7 16,-7 0-2-16,-8-2 8 15,-5 2-4-15,-10-3 1 16,-9 2 0-16,-6 1 1 16,-10-3-2-1,-1 3 3-15,3 0-2 0,8 0-3 31,10 0-4-31,6 0-10 16,8 0-5-16,1 0-1 16,4 0 1-16,2 0 6 15,13 0 2-15,2 0-2 16,12 0-1-16,7 0-2 16,2 0 2-16,-6 0-1 15,-4 0 9-15,-10 0 5 16,-8 0 1-16,-9 0 0 15,-1 0 2 1,-7 0-1-16,-4 0 0 0,-9 0-2 16,1 0-12-16,-7 0-29 15,-3 3-71-15,8-2-174 0,10-1-283 32,-1 3-461-32,7-1 0 15,6-4 0-15,3-2 0 16</inkml:trace>
  <inkml:trace contextRef="#ctx0" brushRef="#br0" timeOffset="25608.15">30242 3561 3703 0,'-1'-7'101'16,"-9"3"3"-16,-6-3 4 15,-8 0 8-15,-4 4 12 16,-12 3 22 0,-2 0 11-16,0 0 8 15,3 0 5-15,4 0-93 0,5 1-4 16,9 4-6-16,9 0-5 15,3 3-7-15,3 1-9 16,5 2-14 0,1 1-9-16,1 7-5 15,3-1-6 1,1 7 2-16,1 4-1 16,0 3 7-16,0 7 1 0,-3 4 2 15,0 6-5-15,-3 4-4 16,-6 4 7-16,0 4 6 15,-3 3 14-15,-3 4 5 16,-2-2 11-16,2 1 22 16,5-2 30-1,2-2 18-15,4-9 4 0,1-2 16 16,0-8 3-16,1-2 4 16,-1-9-2-16,2-1 4 31,-1-5-9-31,4-8-15 15,-1-1-21-15,5-1-4 16,7-4 10-16,8-4-17 16,7 1-13-16,8-3-12 15,5-3-13-15,-2-1-11 16,-6-2-4-16,-1-1-10 16,-8-1-10-16,-3 1-15 15,-3 0-16-15,-6 0 0 16,-1-1-1-1,-5-2-99-15,-6 1-125 0,-2 1-126 16,-1 0-335-16,-6-33-679 16,0 27 0-16,-3-4 0 15,0-4 0-15</inkml:trace>
  <inkml:trace contextRef="#ctx0" brushRef="#br0" timeOffset="26220.1">30299 4063 3487 0,'0'-6'115'16,"3"1"3"0,2 1 1-16,7-2-2 15,3 5 0-15,4 1 0 16,0 1 0-16,-1 5 3 16,-8 1 13-16,-7 6-94 15,-3 7 13-15,-6 4 24 16,-12 2 23-1,-6 7 17-15,-8 2 8 16,-8 1 8-16,4-1 4 0,4-2 3 16,10-4-7-16,8-2-9 15,8-7-17-15,4-4 6 16,2-2 5-16,8-6 23 16,11-1 4-1,7-3-1-15,10-2 0 0,8-1-96 16,-3-1-114-16,-4 0-163 31,-1-1-274-31,-9-4-671 16,-1-3 0-16,3-7 0 15,-4-8 0-15</inkml:trace>
  <inkml:trace contextRef="#ctx0" brushRef="#br0" timeOffset="26443.53">30623 4089 4283 0,'0'-9'248'15,"2"-1"4"-15,-2 0-11 16,1 5 23-16,-1 5 52 16,0 11 36-1,0 10 24-15,3 9 24 16,-3 5 5-16,0 6-185 0,0 4-58 16,0-2-4-16,0 0 10 15,0-6-87-15,0-3-235 16,1-6-234-16,10-5-294 15,4-7-658 1,9-9 0-16,11-10 0 0,5-7 0 31</inkml:trace>
  <inkml:trace contextRef="#ctx0" brushRef="#br0" timeOffset="26776.97">30993 4205 3576 0,'0'-9'264'16,"0"-2"-14"-16,-4 1 11 15,-7 3 8-15,-8 10 3 16,-10 11 7 0,-7 7-1-16,-6 5 1 0,-3 2 5 15,9 0-245-15,2-3-6 16,15-8 50-16,11-8 71 16,5-2 50-16,5-4-7 15,4-3-10-15,7-1 3 16,1-2 0-16,7 1-19 15,1 2-12-15,-2 0-16 16,-2 5-42-16,0 3-83 16,0 4-47-1,-5 5-31-15,1 3-142 16,-3-1-177-16,13 1-368 16,-12-7-545-16,3-4 0 15,11-5 0 1,8-5 0-16</inkml:trace>
  <inkml:trace contextRef="#ctx0" brushRef="#br0" timeOffset="27277.72">31344 4313 3844 0,'0'-2'205'16,"1"2"6"15,2-1 5-31,8 0 1 0,5 2 1 16,6-1 2-16,8 0-1 16,-1-1 2-16,-6 1 1 15,-3 0-179-15,-6 0-25 16,-7 0-9-16,-3 0-6 15,-2 0-4-15,-5 0 0 16,-9 0 2-16,-3 0 4 16,-6 0-3-16,-6 0 0 15,0 0 4-15,5 0 5 16,8 0 4-16,6 0 2 16,5 0-2-16,1 0-7 15,2 0 1-15,5 0 2 31,7 0 5-31,6 0-2 0,9 0-4 16,9 0-1-16,1 1-2 16,0 0-1-16,-7 1 9 15,-4 1 4 1,-10-2-7-16,-8 0-36 16,-5-1-139-16,-3 2-290 15,-8-16-633-15,-5 11 0 16,-2 0 0-16,0-1 0 15</inkml:trace>
  <inkml:trace contextRef="#ctx0" brushRef="#br0" timeOffset="28022.01">31847 4255 2801 0,'1'-9'152'0,"1"-1"9"16,4-3 5-1,9-3 4-15,0 2 0 16,6 5-2-16,1 0-4 0,2 2 0 16,-4 5 0-16,1 2-116 15,0 5-20-15,-4 8-5 16,1 5-4-16,-6 7 3 16,0 8 6-16,-8 2 6 15,-1 0 9-15,-3-5 7 16,0-1 13-16,0-8 15 15,0-3 11 1,0-8 36 0,-1-3 47-16,1-6 21 15,-2-1 8-15,2-5 4 16,0-5-5-16,0-8-7 16,3-7-14-16,7-10-15 15,6-1-29-15,5-3-34 16,6 6-51-16,5 5-39 15,-2 9-13-15,-3 6-11 0,-1 6-9 16,-8 4-15-16,0 3-11 16,-6 5-9-1,-2 3 8-15,-7 9-11 16,-1 6 7-16,-1 9 16 16,-4 0 3-16,-3 3 7 0,2-3 8 15,-2 0 15 1,0-6 19-1,6 1 4-15,-2-7 4 16,2-4 14-16,5-5 12 16,4-3-8-16,7-4-69 0,7-2-82 15,7-1-131 1,6-1-312-16,-10 0-551 16,-8-4 0-16,-3-4 0 15,-3-2 0 1</inkml:trace>
  <inkml:trace contextRef="#ctx0" brushRef="#br0" timeOffset="29140.8">32803 3593 2283 0,'0'-2'192'16,"0"0"16"-16,0 0-3 0,6 1 9 16,7-1 1-16,11 2 2 15,8 0 1-15,10 2 0 16,5-1 2-16,4 2-156 15,0 0-35-15,-4 2-18 32,-2 0 10-32,-12-1-4 15,-8-2 10-15,-8 0 6 16,-5 1 9-16,-8-3-10 16,-1 0-8-16,-3 5 11 15,0 5 13-15,-1 8 17 16,-5 11 7-16,-3 12 8 15,-8 12 2-15,-8 6 2 16,-2 11 0-16,-2 4 14 16,5 3 9-16,3 7-5 15,5-1-9-15,3 2-16 16,10-5-8-16,-4-5-15 16,6-6-10-16,-3-8-12 15,0-10-5-15,-4-6-4 16,5-9-3-16,-3-7-5 15,-1-6-5 1,1-4 1-16,3-2-3 16,-2-3 5-1,1-3-3-15,0-3 3 16,0 1-2-16,3-3-1 0,-2 0 2 16,0 0 1-16,-2-1 3 15,4 1-3-15,-1-2 0 16,-1 2-4-16,0-2 4 15,0-2 6-15,-2 0 10 16,-8-2 6-16,-4 0 7 16,-7 0-5-16,-9 0-27 15,-7-4-74-15,-4 1-192 16,-4-8-909-16,-4 0 0 16,3-6 0-16,8-8 0 15</inkml:trace>
  <inkml:trace contextRef="#ctx0" brushRef="#br0" timeOffset="30303.95">7988 5186 4360 0,'0'0'154'0,"0"0"7"0,7 0 4 16,7 0 3-16,13 0 1 16,9 0 1-16,12 0 1 15,0 0-1-15,-1 0-41 16,-8 0-223 0,-7 5-198-16,-10 0-218 0,-17-30-474 15,-19 45 0-15,-12 7 0 16,-14 5 0-16</inkml:trace>
  <inkml:trace contextRef="#ctx0" brushRef="#br0" timeOffset="30435.47">7991 5464 2522 0,'-3'10'240'0,"1"0"66"0,1-1 28 16,-1 1 18-16,17-6 17 16,15-4 2-16,16-3 3 15,15-2-5 1,13-1-75-16,0 2-415 0,-8-21-961 31,-10 17 0-31,-11-2 0 16</inkml:trace>
  <inkml:trace contextRef="#ctx0" brushRef="#br0" timeOffset="33274">10080 5159 3424 0,'-3'-5'167'0,"1"-1"34"0,1-4 10 15,1-4 0-15,5 3 0 16,12-6-3-16,9 2 1 16,5 1-1-1,10 1 0 1,2 4-125-16,-3 6-45 0,-5-1-39 16,-7 4-9-16,-1 0-4 15,-8 7 2-15,-2 5 5 31,-4 5 3-31,-7 9 7 16,-2 5 5-16,-4 5 11 16,-10 3 9-16,-9 3 21 0,-8 3 12 15,-7-2 20-15,-13 2 4 0,5-3 20 16,-3-2 14 0,9-4 12-1,3-4 1-15,12-4 13 0,8-5-8 0,10-5-9 31,2-5 4-31,7-2 33 16,12-4 8-16,13-3 1 16,18-1-9-1,13-3-18-15,13 0-5 0,0-4-24 16,-6 0-1-16,-4 0-4 16,-9-2-18-16,-11 0-48 15,-11 2-16 1,-11 3-21-16,-11-2-10 0,-6 2 0 15,-4-2 0-15,-2 3 0 16,-2 0 0-16,2 0 0 16,2 0 0-16,-2 0 0 15,0 0-60-15,0 0-151 16,0 3-104 0,0-2-277-16,-5-32-810 0,-1 30 0 15,-3-5 0 1,0-7 0-1</inkml:trace>
  <inkml:trace contextRef="#ctx0" brushRef="#br0" timeOffset="37514.18">4980 6327 1581 0,'-21'-7'212'0,"-4"0"72"0,-5-4 79 16,-4-2 59-16,12 1 44 15,10 2 45-15,6 3-38 16,4 3-12 0,7 1-4-16,20 2-121 15,21 1-82-15,30 1-70 16,30 2-76-16,32 1-54 0,10 3-47 16,2 1-38-16,-5-1 39 15,-14 2 18-15,-17-5 9 16,-16-3-10-1,-23-1 4-15,-25 0 6 16,-20 0 3-16,-14 0-56 16,-14 1-78-1,-14 1-141-15,-9 3-211 0,-11 4-659 16,-22 2 0-16,-12-3 0 16,-14 6 0-16</inkml:trace>
  <inkml:trace contextRef="#ctx0" brushRef="#br0" timeOffset="37748.51">5441 6416 4160 0,'0'-2'112'15,"0"2"-11"1,0 4 30-16,0 10 39 0,0 15 23 16,0 10 31-16,0 14 21 15,0 11 16-15,0 4 13 16,-3 3-121-16,-3-1 14 15,0-2 22-15,-2-3-41 32,2-2-118-32,0-7-148 0,9-9-448 15,5-8-608-15,9-18 0 16,6-20 0-16,9-19 0 16</inkml:trace>
  <inkml:trace contextRef="#ctx0" brushRef="#br0" timeOffset="38180.78">5776 6684 4554 0,'0'-6'74'0,"2"2"-13"0,-1 4 13 16,1 5 21 0,1 15 14-16,0 19 9 15,0 10 8-15,-3 9 2 0,0 6 0 16,0-1-92-16,0-5 21 15,0-9 20-15,0-10-14 16,2-11 6-16,-2-10 162 16,3-10 24-16,-3-8-7 15,0-8-3-15,0-13-1 16,6-11-1-16,1-6-1 31,5-8-7-31,2 6 1 0,8 4-26 16,1 8-177-16,-6 7-33 0,2 9-17 15,-1 6-17 1,-3 6-8 0,1 8-7-16,0 8-3 15,-4 7 9-15,-5 9-2 16,-1 9 6-16,-1 2 1 16,-5 3 11-16,3-2 20 15,0-3-137-15,0-1-142 16,3-8-287-16,4-18-786 15,10 0 0-15,6-10 0 16</inkml:trace>
  <inkml:trace contextRef="#ctx0" brushRef="#br0" timeOffset="38565.18">6284 7132 5023 0,'3'-2'70'0,"-2"2"-5"15,2-1-2-15,2 0 9 16,7-1 12-16,5 1 7 0,5-5 1 16,8-1 5-1,2-7-4-15,-2 0-70 16,-8-4 6-16,-6-1 12 0,-9-1 5 16,-4 5 41-16,-9 0-9 15,-6 4-7-15,-12 4 12 16,-2 4 18-1,-10 4 23-15,-3 8 25 32,1 5 11-32,7 5-3 15,2 9-4-15,5 7-43 0,13-2-6 0,7 2 10 16,5-6-2-16,15-1 6 31,11-10-34-31,15-4-159 0,18-4-120 0,17-8-344 31,11-46-838-31,3 34 0 0,-5-2 0 32</inkml:trace>
  <inkml:trace contextRef="#ctx0" brushRef="#br0" timeOffset="39318.07">8477 6837 4186 0,'-12'-7'138'0,"-11"0"17"16,-7 1 16-16,-8 2 16 15,1 12 6-15,-2 12 3 16,6 9 2-16,8 7-1 15,9 9 2-15,10 4-104 16,9-2-12-16,15-1 4 16,6-10-1-16,17-8-16 15,12-11-21 1,5-10-7-16,5-14 4 16,-2-13 2-16,-7-11-12 15,-13-6-4-15,-10-12-9 16,-11 2 16-1,-8 4 70-15,-5 9 43 0,-4 8 1 16,-1 12-33-16,-4 10-7 16,0 8-2-16,-2 10 10 15,-2 10 1-15,-1 8-2 16,-1 8-33-16,2 3-79 16,-3 2-39-1,5-4 17-15,-1 1-43 0,3-9-187 16,1 1-286-16,7-20-849 15,10 0 0-15,6-10 0 32,9-7 0-32</inkml:trace>
  <inkml:trace contextRef="#ctx0" brushRef="#br0" timeOffset="39996.98">8969 6998 5281 0,'0'-8'57'0,"0"-1"-5"16,6-2-1-1,8 0-4-15,1 7-2 16,9 0-6-16,3 4-5 0,1 4-2 16,-2 6-6-1,-6 5-50-15,-2 5-8 16,-6 6 7-16,-7 6 4 0,-3-1 3 15,0-1 10 1,-4-3 13-16,0-8 25 16,4-9 69-16,-2-3 32 0,0-7 9 31,0-7 2-31,0-7-14 16,5-5-25-16,4-5-18 15,7-4-8-15,4 6-19 16,9 6-33-1,4 7-73-15,-6 6-27 0,0 6-18 16,-3 8-3-16,-7 7 9 16,-6 3 26-16,-6 7 18 15,-5-1 3-15,0-3 14 16,0-3 18-16,0-3 28 16,0-8 124-1,0-6 79-15,0-4 2 0,0-4 2 16,0-10-2-16,3-10 0 15,0-5-4-15,9-9-4 32,8 1-7-32,8 4-26 15,4 6-132-15,-1 8-84 16,-2 5-10-16,-5 7-20 16,-3 4-9-16,-4 7-12 15,-7 7 2-15,-2 7 5 16,-5 6-1-16,-3 9 7 15,-2 2 28-15,-1 1 20 16,-3-1-3-16,3-1-126 16,-1-8-154-16,4-1-308 15,3-7-667-15,12-7 0 16,5-7 0-16,10-6 0 16</inkml:trace>
  <inkml:trace contextRef="#ctx0" brushRef="#br0" timeOffset="40315.57">9922 7034 4916 0,'0'0'26'0,"-3"3"10"16,-3 6 5-16,-3 7 14 15,0 6 13-15,3 8 15 16,3 3 10-16,3-1 11 15,6-3 14-15,1-5 10 16,10-7 25-16,7-8 11 16,6-6 5-1,3-6 5-15,0-9 5 0,-4-9-30 16,-12-7-15-16,-7-8-33 16,-6-4-32-16,-7 2-78 15,0 6-113-15,-4 8-170 16,-2 10-201-16,-6 2-715 15,-5 15 0-15,-4 4 0 16,2 8 0 0</inkml:trace>
  <inkml:trace contextRef="#ctx0" brushRef="#br0" timeOffset="40749.07">10047 7429 5387 0,'1'2'298'0,"1"-2"2"16,7 0 1-1,7-4 0-15,10-6 0 0,9-5-1 16,10-6-17-16,0-7-56 16,3-10-77-16,-4-5-270 15,-3-8-105-15,-8-1-2 16,-12 2-4-1,-8 10-11-15,-9 9-24 16,-5 13-24-16,-6 7-6 16,-2 7-17-16,7 8 14 0,-1 4 58 15,1 5-7-15,7 4 0 16,10 2 7-16,2 2 12 16,-1-2 23-16,4 2 43 31,-5-4 53-31,-9-2 113 15,-5 1 105-15,-1 0 41 16,0 2 27-16,0 3 3 16,-1 3 1-16,1-2 7 15,0-1 6-15,3-3-71 16,8-3-202-16,9-10-894 0,11-1 0 16,8-6 0-1</inkml:trace>
  <inkml:trace contextRef="#ctx0" brushRef="#br0" timeOffset="41282.99">10881 6958 6340 0,'0'0'33'0,"0"3"19"31,0 9 34-31,0 10 17 16,0 10 13-16,0 17 21 15,-2 7 10-15,-4 1 7 16,-1 0-57-16,-1-4-156 16,-2-10-133-16,0-10-184 15,4-12-224-15,5-13-67 16,-4-15-67-16,0-11 28 16,3-7 107-16,1 2 98 15,-1-5 114-15,5 7 133 16,12 3 126-16,5 1 166 15,10 2 192 1,9 4 48-16,4 0 44 0,4 2-54 16,-8 0-120-1,-4-1-107-15,-8 0-52 16,-3-1 28-16,-9-3 83 16,-2-1 78-16,-6 1 71 15,-1-1 77 1,-5 5 32-16,1 3-46 15,-2 4 14-15,0 6 34 16,0 14 46-16,0 8-6 16,0 7-65-16,1 8-64 15,-1 5-65-15,3-4-89 0,0-2-148 16,-1-3-138-16,7-9-364 16,-3-9-787-16,1-10 0 15,4-12 0-15,4-18 0 16</inkml:trace>
  <inkml:trace contextRef="#ctx0" brushRef="#br0" timeOffset="41427.53">11329 6906 5817 0,'0'-9'32'0,"0"0"-87"15,0 5-168-15,15-3-340 16,-11 3-438-16,0 7 0 15,0-2 0-15,-1-5 0 16</inkml:trace>
  <inkml:trace contextRef="#ctx0" brushRef="#br0" timeOffset="42077.93">11629 7066 4508 0,'0'0'130'16,"0"-1"-5"-16,10 0 3 16,19-2-3-16,9 4 0 15,14-2-1-15,8-1-1 32,-3 4-4-32,-14 2-8 0,-13 0-135 0,-15 2-8 15,-8 2 22-15,-11 3 31 16,-14 5 44-16,-15 4 40 15,-11 4 40-15,-4 7 33 16,-3 1 10-16,12-3 8 31,8 0-1-31,14-4-3 16,9-7 2-16,5-3-5 16,12-2-26-16,15-5-43 0,19-4-183 15,14-2-166-15,18-1-146 16,10-6-275-1,1-5-587-15,-9-4 0 0,-12-7 0 16,-11-5 0-16</inkml:trace>
  <inkml:trace contextRef="#ctx0" brushRef="#br0" timeOffset="42798.84">12309 7194 4804 0,'0'-4'147'16,"0"0"-4"-16,0 1-2 0,1-1 4 15,6 3 11 16,2 1 24-31,2 0 20 16,9 0 8-16,3 0 1 16,4-2-124-16,-2 1-11 15,1-2 12-15,-9-4 14 0,-3-4-6 16,-6-3-13 0,-5-1-16-16,-3-2-33 0,-6 6-14 15,-7 0-1-15,-9 7-7 16,-5 1 15-16,-3 6-7 15,-1 5-19 1,4 9 8-16,7 5 3 16,8 6 5-16,7 2 20 0,7 1 23 15,10-6 15-15,17-4-6 32,13-6-63-32,14-6-37 15,8-7-2-15,1-7 1 16,-9-6 6-16,-18-7 3 15,-8-2 21-15,-16-10 43 16,-9 3 13-16,-3 8 3 16,-2 1 47-16,-2 9 35 15,-6 12 12-15,1 8-9 16,-3 7-7-16,0 9-15 16,4 2-30-16,11 4-57 15,12-1-31-15,10-7 0 0,11-5 0 16,9-8 0-1,7-8 0-15,0-11 0 16,-4-11-7-16,-3-12-42 16,-9-16-22-16,-8-18-2 15,-9-15-6-15,-8-9 6 16,-5-1 41-16,-3 7 32 31,-1 15 0-31,-3 17 0 16,-1 16 6-16,0 19 43 0,0 15 23 15,-5 15 1 1,-1 17 6-16,-1 14-6 16,0 16-41-16,1 9-32 0,4 2 0 15,0 1 0-15,7-3 0 16,4-8 0-16,8-9 0 16,9-12 0-16,7-12-216 15,13-8-294 1,3-55-983-16,-1 28 0 0,-4-9 0 15</inkml:trace>
  <inkml:trace contextRef="#ctx0" brushRef="#br0" timeOffset="43961.61">15211 6887 3789 0,'-16'-10'142'16,"-7"-1"14"-16,-9 0 17 15,-16 4 25-15,-4 8 23 16,-4 15 6 0,-5 10 7-16,3 13 5 15,11 11 7-15,14 10-102 0,11 1-5 32,19-2 9-32,13-4 4 0,22-7-2 0,19-11-15 15,22-6-7 1,21-10-19-1,10-13-55-15,-3-11-16 16,-8-9-31-16,-21-12-44 16,-20-11-28-16,-25-8-20 15,-19-8-19-15,-8 1 28 16,-5 5 2-16,-9 10-4 16,-5 16 41-16,-7 10-6 15,3 14-1-15,1 10 22 16,5 10 12-16,13 7-1 15,8 3 3-15,10-3-31 16,11-3 4-16,11-8 22 16,17-10 10-16,9-7 4 31,5-8 10-31,3-10-8 0,-9-11-11 0,-13-10-6 31,-11-7-9-31,-21-5-8 16,-7-3-3-16,-10 3 2 0,-5 8 6 15,-2 8 8 1,1 10-1-16,-4 13-4 16,-2 8-4-16,0 4 4 15,6 9-1-15,1 5 2 0,5 1 1 16,1 3-12 0,0 2-1-16,0 0 7 0,3-2 11 15,5 0 13-15,6 1 12 16,4-1 3-16,3 1 7 15,3 3 5-15,-3-4-1 16,-5 0 3-16,-2 0 1 16,-4-2 1-16,-6-3 6 31,-2 1 2-31,-2-3 8 16,0-1 21-16,-2 1 8 15,-5-4 27-15,-11-1 7 16,-4 0-10-16,-8-6-84 15,2-1-92-15,2-3-302 16,15-9-794-16,4-6 0 16,24-14 0-16,22-20 0 15</inkml:trace>
  <inkml:trace contextRef="#ctx0" brushRef="#br0" timeOffset="44219.28">16382 6859 5780 0,'0'0'7'0,"2"4"21"15,1 6 54 1,-2 11 63-16,2 9 59 0,0 15 37 16,-3 9 1-16,0 5-1 15,0 1 1-15,-3-2-5 16,0-4-2-1,0-8-22-15,-1-3-282 16,1-8-435-16,-2-25-960 16,-1 5 0-16,2-12 0 15,-5-9 0-15</inkml:trace>
  <inkml:trace contextRef="#ctx0" brushRef="#br0" timeOffset="44371.88">16203 7204 5682 0,'2'-8'180'0,"5"-3"-1"0,13 0 2 0,14 2-3 16,14 4-163-16,17 2-266 31,8-10-981-31,-4 12 0 16,-9-5 0 0,-4-6 0-16</inkml:trace>
  <inkml:trace contextRef="#ctx0" brushRef="#br0" timeOffset="45453.1">18018 7018 5830 0,'0'-5'260'15,"0"1"-9"-15,0 0-21 0,0 3 30 16,0 10 0-16,0 12 1 16,-1 10-1-16,-2 7 0 15,-2 7 0 1,1 1-242-16,-4-1-18 16,5-9 10-16,0-1 21 15,0-9-31-15,0-4-178 0,3-6-109 16,0-4-405-1,12-6-714-15,0-13 0 16,10-13 0-16,9-23 0 16</inkml:trace>
  <inkml:trace contextRef="#ctx0" brushRef="#br0" timeOffset="45592.03">18199 6884 4732 0,'0'-11'108'0,"0"4"-98"15,1-3-202-15,12-1-242 16,-6 7-410 0,4 4 0-16,-1 1 0 0,7 1 0 15</inkml:trace>
  <inkml:trace contextRef="#ctx0" brushRef="#br0" timeOffset="45865.89">18553 7048 4587 0,'1'-1'131'16,"-1"0"8"-16,3-1 3 0,-3-1 3 15,0 1-1-15,0 0-2 16,0 2-3-16,0-1-4 15,0 1-25-15,0 0-169 16,0 0-121-16,0 0-107 16,0 0-149-16,12-6-534 15,-10 3 0 1,-1 3 0-16,1-1 0 16</inkml:trace>
  <inkml:trace contextRef="#ctx0" brushRef="#br0" timeOffset="47324.59">18383 6955 1016 0,'0'0'241'0,"3"0"91"0,0 0 91 15,-2 0 45 1,-1-4 24-16,2 1 11 15,-5-1 5-15,0 1 5 16,-4 0 4-16,-7-1-152 16,-2 3-83-16,-8-1-80 0,-4 2-79 15,-2 0-20-15,-5 0-3 16,0 5 19 0,-2 0 12-16,4 5 7 15,-2 2 15 1,5 6 8-16,-1 2 3 15,3 1 2-15,1 7-10 16,2 4-19-16,1-2-4 16,8 5-24-16,1 1-15 15,6 0-12-15,6-2-19 16,3-1-9-16,0-1-9 16,6-3-11-16,4-2-3 15,4-4-7 1,5 0-15-16,8-5-9 0,7 0 0 15,3-3 0-15,3-3 0 16,4-3 0 0,1-2 0-16,-5-3 0 0,1-3 0 15,0-1 0-15,-7 0 0 16,-1 0 0-16,-4 0 0 16,-4 0 0-16,-5-1 0 15,-3 0 0-15,-7 1 0 31,-3-2 0-31,0 1 0 0,-4 1 0 0,-2 0 0 16,-1 0 0-16,2 0 0 31,-2-2 0-31,0 1 0 16,0 1 0-16,0-1 0 16,0 1 0-16,0 0 0 15,0 0-208-15,0 0-147 16,0-2-325-16,-3-3-709 15,-4-4 0-15,0-5 0 0,-2-6 0 16</inkml:trace>
  <inkml:trace contextRef="#ctx0" brushRef="#br0" timeOffset="47909.54">18058 6734 4006 0,'0'0'135'31,"0"-3"15"-31,1 3 17 16,-1 0 31-16,0 0 42 15,0 0 66-15,2 0 20 16,-1-1 6-16,8-6 16 16,2-3-97-16,6-5-20 15,6-5-10-15,3-5-7 16,-1-4-9-16,-2 1-27 16,-5-1-55-16,0 5-19 15,-9 6-7-15,-2 6-17 16,-5 5-8-16,-1 1-8 15,-1 5-7-15,2 4-8 16,4 9-23-16,0 8-15 16,3 9-11-16,2 7 0 15,-1 4 0-15,1-1 0 16,1-1 0-16,-2-4-217 16,5 3-287-16,-2-22-990 15,0 6 0-15,8-9 0 16</inkml:trace>
  <inkml:trace contextRef="#ctx0" brushRef="#br0" timeOffset="48643.48">19503 7018 6906 0,'0'-7'143'0,"0"0"0"16,0 3-1-16,0-1 1 15,0 15 0-15,0 11-1 16,0 12 1-16,0 9 0 15,0 7 0-15,0 1-143 16,0-4 0-16,0-6 0 16,0-5 0-16,0-6 0 15,0-8-76-15,0-4-144 16,0-6-175 0,4-50-1105-16,6 32 0 15,3-11 0-15</inkml:trace>
  <inkml:trace contextRef="#ctx0" brushRef="#br0" timeOffset="48768.61">19662 6927 3068 0,'18'-11'-613'0,"-9"8"0"15,5-1 0-15,5 0 0 16</inkml:trace>
  <inkml:trace contextRef="#ctx0" brushRef="#br0" timeOffset="49141.28">20023 6998 5490 0,'-3'0'56'16,"-7"0"1"-16,-11 2-6 15,-5 5-6-15,-4 5-12 32,0 6-2-32,9 6 3 15,6 5 1-15,9 0 9 16,7 0-52-16,5-2 8 16,12 2 5-16,8-8 6 15,1 4 7-15,7-1 14 16,-2-3 1-16,-4-2-3 15,-8 0 1-15,-6-2-6 16,-5-2-6-16,-6-2 14 16,-3-3 23-16,-5-2 24 15,-6-2 15-15,-2-2-54 16,-6 0-94-16,-2-3-203 16,1-4-957-16,13-1 0 15,5-10 0-15,19-9 0 16</inkml:trace>
  <inkml:trace contextRef="#ctx0" brushRef="#br0" timeOffset="49361.65">20827 6947 6360 0,'0'0'58'15,"0"0"-20"-15,0-3-15 16,0 6-90-16,0 1-131 16,3 7-236-1,0 0-722-15,-3 17 0 16,-3 8 0-16</inkml:trace>
  <inkml:trace contextRef="#ctx0" brushRef="#br0" timeOffset="49524.96">20793 7374 5443 0,'0'-3'213'16,"0"3"0"-16,0 0-84 15,1-1-155 1,26 2-475-16,-22-2-593 0,-1-5 0 31,-1-5 0-31,-9-6 0 16</inkml:trace>
  <inkml:trace contextRef="#ctx0" brushRef="#br0" timeOffset="50890.21">9618 8683 3690 0,'-3'-7'214'0,"-3"-1"20"16,-8-3 9-16,-10 0 10 15,-6 7 7-15,-16 2 54 16,-8 4 62-16,-4 12 44 15,-5 8 40 1,1 7-170-16,8 9-37 0,4 5-18 16,14 1-11-16,11-1-9 15,12 2-7-15,9-2-55 16,16-2-61 0,12 0-44-16,14-5-39 15,14-4-9-15,16-4 0 16,1-11 0-16,5-6 0 15,-8-7 0-15,-7-7 0 16,-12-5 0-16,-11-2 0 16,-12 0 0-16,-8-2 0 15,-8 1-24-15,-7 2-193 16,-1 2-215-16,-1-1-1071 16,-5 2 0-16,-10-5 0 15,-1-4 0 1</inkml:trace>
  <inkml:trace contextRef="#ctx0" brushRef="#br0" timeOffset="51504.36">9237 8325 3865 0,'0'0'192'0,"0"0"29"15,0 0 19-15,0 0 56 16,0 0 31-16,0 0 0 16,5-3 3-16,7-2 7 31,7-5 2-31,10-3-140 15,7-5-49-15,3-4-27 16,-2-5-15 0,-5 2-55-16,-5 0-20 15,-9 3 29-15,-7 4 21 16,-7 6-19-16,-1 5-33 16,-1 4 10-16,-4 6 26 15,4 8 5-15,-1 8 5 0,1 6 0 16,-1 7-7-16,4 3-31 15,0-2-21-15,1-1 19 16,4-1-17-16,1-3-179 31,2-3-284-31,7-14-1016 16,4 3 0-16,3-8 0 0,11-8 0 0</inkml:trace>
  <inkml:trace contextRef="#ctx0" brushRef="#br0" timeOffset="52724.82">10718 8847 4064 0,'0'-1'214'16,"0"1"18"-16,0 0 9 15,3-2 5 1,12 4-2-16,8-4 3 0,16 2 0 16,11 2 4-16,11-2-7 15,-4 3-226-15,-6 1-113 16,-11 1-141-16,-16 2-137 15,-14-1-129-15,-6-1-88 16,-17-14-300 0,-9 23 0-16,-11 4 0 15,-4 3 0-15,-12 9 3913 16,10 12-3473-16,6-23 104 16,6 0 91-16,9-6 133 15,12-10 162-15,4 3 173 16,2-5 136-16,6-1 129 15,14-1 90 1,10-1-55-16,18 2-86 0,9-1-111 31,9-2-188-31,-3 2-424 16,-10-1-594-16</inkml:trace>
  <inkml:trace contextRef="#ctx0" brushRef="#br0" timeOffset="53717.25">12232 8801 3986 0,'0'-7'214'15,"0"-4"13"-15,-1 4-20 16,1 1-5-16,-5 11 20 16,-2 14 6-1,-5 16 4-15,-3 11 3 0,-2 11-1 16,0 7-169-16,1-4-40 15,5-4-12-15,5-12 25 16,3-9 42-16,2-14 135 16,1-13-6-16,0-8-3 15,1-18-4 1,7-13 1-16,6-16 2 0,10-15-6 16,9-21-33-16,12-8-10 15,-1-7-35 1,-4 1-156-1,-2 11 7-15,-12 15-13 0,-9 21-22 16,-4 17-32-16,-3 19-10 16,-2 11 6-16,-2 14 52 15,0 21 12-15,-2 14 17 16,-1 17 13-16,-3 13 3 16,-2 6 15-16,2 0 20 15,2 1 40-15,1-6 9 16,2-3-66-16,-1-6-150 15,4-8-144 1,-4-10-265-16,0-22-812 0,-6-5 0 16,-4-12 0-16,-11-12 0 15</inkml:trace>
  <inkml:trace contextRef="#ctx0" brushRef="#br0" timeOffset="53867.07">12276 9138 3619 0,'0'-10'162'0,"3"-1"-2"16,11-3-2-16,11-2-11 16,13 4-101-16,14 7-127 15,21-3-233-15,-5 5-465 16,1 0 0-16,-3 0 0 16,-11-1 0-1</inkml:trace>
  <inkml:trace contextRef="#ctx0" brushRef="#br0" timeOffset="54087.63">12850 8992 3758 0,'-2'-8'242'16,"-4"-2"48"-16,-5-1 8 15,-8 0 14-15,-4 6 19 16,-8 7 6-16,-1 6 11 16,-3 7-7-16,10 9 11 15,8 3-188-15,5 6-46 16,11-1-36-16,4 0-6 15,12-3-24-15,9-4-127 16,13-4-128-16,17-4-276 16,11-20-789-16,2 0 0 15,0-11 0-15,-8-9 0 16</inkml:trace>
  <inkml:trace contextRef="#ctx0" brushRef="#br0" timeOffset="55087.37">13167 8843 4142 0,'0'-12'325'16,"0"-1"-20"-16,0 2 1 16,-4 3 30-16,8 13 27 0,-4 16 12 15,0 11 11 1,0 11 2-16,0 7 9 0,0 3-241 16,-4 6-113-16,1 0-91 15,-6-6-82 1,1-3-131-16,-1-6-92 0,3-17-61 31,1-11-51-31,-1-14-2 16,2-14-18-16,-2-16 4 15,2-9 71-15,2-4 151 16,9-5 106-16,2 7 113 16,8 7 68-1,3 6 48-15,5 5 37 0,-1 7-2 16,-3 6 8-16,0 3-14 15,-4 4-42-15,-2 1-46 16,-2 6-10-16,-4 2 17 16,-2 5 28-16,-6 6 15 15,-1 6 6 1,2 2 2-16,-1 0 9 0,1 0 14 16,4-2 11-16,2-6 18 31,8-6-4-31,3-5-26 15,8-8-33-15,5-4-19 16,-1-10-1-16,3-1-5 0,-4-10-6 16,-9-3-2-16,-6-1 12 15,-3 2 30-15,-5 5 7 16,-4 9-23-16,-3 6-3 16,0 5 10-16,0 6 1 15,-1 7 8-15,1 7 7 16,-2 7 6-16,2 7-15 15,0 2-35 1,2 0-10-16,2-4 30 0,9-4-45 16,4-5-39-16,12-10-53 15,9-7-55-15,3-4-25 32,-3-12-23-32,0-11-13 15,-8-6-17-15,-10-8 9 16,-4-4 64-16,-6 2 105 15,-7 10 36-15,-3 8 42 16,0 11 52-16,-10 8 16 16,1 9 14-16,-2 8 10 15,1 6 9-15,3 7-16 16,4 2-72-16,3-2-52 16,3 0 5-1,7-9-4-15,8-5-34 0,12-8-37 16,11-5-94-16,6-8-36 15,-4-7-29-15,0-5-8 16,-13-8 12-16,-11-2 83 16,-6-3 90-16,-6 6 40 15,-4 8 17-15,-6 8 42 16,-1 6 100-16,-3 11 40 16,4 5 30-16,-3 8 14 31,-1 3-14-31,7 5-84 15,-2-1-128-15,4-4-155 16,4-3-188-16,11-23-688 16,10 7 0-16,7-5 0 15,13-10 0-15</inkml:trace>
  <inkml:trace contextRef="#ctx0" brushRef="#br0" timeOffset="55517.45">14317 9138 2753 0,'-8'15'169'15,"0"9"31"1,2 5 24 0,-1 3 19-16,7-5 18 0,3-8 33 15,7-6 20-15,1-8 11 0,11-5 4 16,6-7-134 0,10-12-27-16,-1-10-35 0,0-9-37 15,-7-16-39 1,-5-10-36-16,-3-13-37 15,-5-12-18 1,-7-8 17-16,0-5 40 16,-9 11 93-1,-1 13 51-15,0 21-15 0,0 21 7 16,-8 23 28-16,-5 22 30 16,-4 20 18-1,-6 22 18-15,-1 22-11 0,6 14-36 16,6 7-97-16,9 1-57 15,-1-5 21-15,11-7 6 16,3-11-8-16,13-12-14 16,14-16-100-16,14-9-221 15,13-13-420 1,-3-15-740-16,-5-14 0 0,-14-8 0 31,-15-14 0-31</inkml:trace>
  <inkml:trace contextRef="#ctx0" brushRef="#br0" timeOffset="56190.02">16301 8771 4028 0,'-11'-6'116'0,"-11"-1"28"15,-10 2 20-15,-13 1 21 16,-11 11 16-16,1 8 12 15,-1 10 4-15,5 11 6 32,9 7 5-32,15 7-64 15,11 0-15-15,13-1-16 16,19-2-8-16,14-6-6 16,19-4-17-16,18-9-52 0,17-11-65 31,4-9-64-31,-6-8-68 0,-10-5-147 15,-17-9-234-15,-21-3-571 16,-19-3 0-16,-9 1 0 16,-7-2 0-1</inkml:trace>
  <inkml:trace contextRef="#ctx0" brushRef="#br0" timeOffset="56669.49">16728 8853 3320 0,'0'-4'166'16,"-1"-3"13"-16,-7 1 12 16,-5 1 18-16,-5 0 18 15,-9 5 14-15,-2 6 12 16,1 5 5-16,2 4 8 16,9 9-134-16,10 5-20 15,1 2-6-15,18 2-1 16,11-4-10-16,11-2 3 15,10-5-7-15,10-8-8 32,-1-7 8-32,-2-7 0 15,-10-7 6-15,-7-10-2 16,-11-5-6-16,-12-6-33 0,-8-5-34 16,-6-5-53-16,-7 5-52 15,-4 5-103 1,0 7-233-16,9-1-771 0,-7 12 0 15,9 6 0-15,7 1 0 16</inkml:trace>
  <inkml:trace contextRef="#ctx0" brushRef="#br0" timeOffset="57067.48">17275 8792 4225 0,'-3'-6'189'0,"-5"-2"3"32,-5 0 1-32,-4 1 6 0,-2 5 0 15,-5 4 0-15,5 5-1 16,1 5 0 0,11 2 4-16,4 8-168 0,3 3-3 15,9 0-2-15,9 3 14 16,3 0 3-16,8-2 5 15,-1 1 5 1,2-1-2-16,-3-4-1 16,-7-1 5-16,-10-1 5 0,-3-4 19 15,-6 0 32-15,-7-1 19 16,-10-2 7-16,-7-4-1 31,-4-2-43-31,-6 0-94 16,2-7-100-16,7 2-211 0,15-22-1053 0,8 6 0 31,15-12 0-31,19-13 0 16</inkml:trace>
  <inkml:trace contextRef="#ctx0" brushRef="#br0" timeOffset="57292.77">17634 8731 5178 0,'0'-5'128'16,"6"5"96"-16,-1 6 46 15,4 9 42-15,3 13-1 16,-4 12 1-16,-2 10-1 16,-5 5 1-16,-2-1-1 15,-2-3-102-15,-7-2-25 16,-1-6-220-16,-2-7-226 16,4-4-274-16,1-15-909 15,5-7 0-15,1-9 0 16,-3-5 0-16</inkml:trace>
  <inkml:trace contextRef="#ctx0" brushRef="#br0" timeOffset="57433.89">17599 9119 3863 0,'0'-13'247'15,"4"-1"11"-15,2 0-2 16,11 0 10-16,7 6-1 16,10 4 0-1,8 2-35-15,4 1-77 0,5 1-277 16,-9-13-1011-16,0 12 0 15,-5-3 0-15,-12-4 0 16</inkml:trace>
  <inkml:trace contextRef="#ctx0" brushRef="#br0" timeOffset="58622.88">19003 9056 4170 0,'0'0'198'0,"0"0"12"0,10 0 21 16,16 0 10-16,22 0 6 16,21 0 11-16,22 0-3 15,10 0 6-15,4 0 2 16,-7 0-146-16,-18-1-46 15,-19 1-11-15,-14-2 4 16,-22 1-7-16,-16-1-30 16,-9 2-130-16,-9-1-97 15,-12 1-327 1,-9-26-653-16,-7 24 0 16,-7-3 0-16</inkml:trace>
  <inkml:trace contextRef="#ctx0" brushRef="#br0" timeOffset="58895.18">19423 8871 3725 0,'0'-13'252'0,"0"-1"83"16,0-2 33-16,0 1-25 15,0 9 51-15,0 9 63 16,0 12 9-1,0 10-1-15,-4 14 1 0,4 10-190 16,-4 9-62-16,4 5-84 16,-3-1-33-16,3 0 26 31,0-4-51-31,0-4-295 16,0-2-352-16,0-13-902 15,7-11 0-15,3-16 0 16</inkml:trace>
  <inkml:trace contextRef="#ctx0" brushRef="#br0" timeOffset="61397.67">20887 8722 2146 0,'2'-2'187'0,"-1"-1"47"16,1 1 36-16,-2-2 15 16,0 0 6-16,-2 3 42 15,-5 1 25-15,-10 2 22 16,-12 5 12 0,-8 10-123-16,-10 8-36 0,-4 8-27 15,-3 6-26-15,7 3 6 16,-1 1 1-16,9-1-27 15,4-3-13-15,7-6-16 16,5-1-6 0,7-7-10-16,1-4 1 15,2-1 4-15,4-8 1 16,-2 1-23-16,4-4 0 16,3 0-3-16,2-4-9 15,2-2-3-15,0-2 10 16,0-1 3-16,0 0-14 15,0 0-25-15,0 0-9 16,5 0 1 0,6 0-7-16,6 0-11 15,14 0-4-15,5 0-3 16,9 0-14-16,6 0-10 16,6 3 0-1,3 1 0-15,-1 3 0 0,0 0 0 16,-8 0 0-16,-3 0 0 15,-4-4 0-15,-4 1 0 16,-3-1 0 0,-6 1 0-16,-2 0 0 0,-4 1 0 15,-3-1 0-15,-4 0 0 16,-6-1 0-16,-2-1 0 16,-4 0 0-16,-1-2 0 15,-2 0 0-15,-3 1 0 16,1-1 0-1,-1 0 0-15,0 0 0 0,0 0 0 16,0 0 0-16,0 0 0 16,0 0 0-16,0 0 0 31,0 0-49-31,0 0-193 16,-1 0-231-16,1-7-1012 15,-5-1 0-15,2-6 0 16,0-7 0-16</inkml:trace>
  <inkml:trace contextRef="#ctx0" brushRef="#br0" timeOffset="61901.46">20965 8753 2215 0,'0'0'185'0,"0"1"10"16,0-1 3-16,2 0 24 15,-2-1 49-15,0 5 33 0,0 4 26 32,1 6 15-17,6 4 12-15,3 9-139 0,7 3-35 16,4 1-4 0,3 2-1-16,0 2-25 15,0-2-44-15,-2-1-33 0,0 0-25 16,-3-1-14-16,2-3-9 15,-6 0-8-15,-1-7-1 16,-4-2-7 0,-3-6 3-16,-4-4 4 15,-2-2 4-15,1-4 1 16,-2-3-50-16,0 0-176 0,3-3-945 31,-1 2 0-31,0-6 0 16,-1-3 0-16</inkml:trace>
  <inkml:trace contextRef="#ctx0" brushRef="#br0" timeOffset="62678.21">21826 8794 3252 0,'0'-11'214'16,"-1"-1"33"-16,-6-3 13 16,-6-3 5-16,-6 6 17 15,-5 6 23-15,-10 3 35 16,-3 3 47-16,-1 7 42 16,-1 8-120-16,0 9-25 31,3 7-23-31,6 11-11 15,10 3-6-15,9 3-17 16,11 4-23-16,10-5-35 16,11 0-47-16,16-2-42 15,7-6-32-15,16-3-36 16,5-7-12-16,6-6 0 16,1-9 0-16,-3-9 0 0,-7-6 0 15,-8-6 0-15,-5-10 0 16,-11-7 0-16,-8-6 0 15,-11-11 0-15,-7-4 0 32,-12-3 0-32,-9 2 0 15,-11-1 0-15,-4 5 0 16,-8 3 0-16,-5 7-81 16,-5 6-118-16,1 6-105 15,-5 9-151-15,0 4-224 16,4 0-615-16,3 9 0 15,11-1 0-15,9-2 0 16</inkml:trace>
  <inkml:trace contextRef="#ctx0" brushRef="#br0" timeOffset="63013.48">21961 8603 4678 0,'0'-2'109'16,"0"5"28"-16,-5 10 65 31,-4 15 68-31,-6 16 64 0,-11 18 26 0,-4 16 1 15,-3 8 0 1,-1 3-1 0,0 3-94-16,1-4-13 15,3-4-30-15,3-9-64 16,5-9-69-16,6-10-286 16,10-9-431-1,6-10-841-15,6-17 0 0,4-10 0 16</inkml:trace>
  <inkml:trace contextRef="#ctx0" brushRef="#br0" timeOffset="65625.12">10974 10109 2347 0,'0'1'180'0,"-1"-1"50"16,1 1 8-16,8-1 2 15,12 0-1-15,12 0-1 32,14 0 3-32,13 0-2 0,6 2-63 0,-4 0-234 31,-5 1-226-31,-5-1-521 0,-23 7 0 0,-19 0 0 16,-22 3 0-16</inkml:trace>
  <inkml:trace contextRef="#ctx0" brushRef="#br0" timeOffset="65825.69">10876 10360 2594 0,'0'6'127'0,"0"-2"2"16,8 2 16-16,20-3 6 16,23-2 3-1,25-2 2-15,23-2-1 16,11-1-51-16,3-1-165 15,6-10-669-15,-18 10 0 16,-7-1 0-16,-2-1 0 0</inkml:trace>
  <inkml:trace contextRef="#ctx0" brushRef="#br0" timeOffset="66447.09">13370 10136 2607 0,'0'-7'210'0,"0"-1"45"15,0-4 45-15,0-2 33 16,0 2 25 0,0 6 6-16,0 3-14 0,0 1-3 15,0 5 17-15,-3 11-141 16,-4 11-43-16,-4 9-35 16,1 11-30-1,-3 7-31-15,0-1-13 0,6 0-1 16,0-6 18-1,4-3 13 1,2-4-17-16,-2-9-11 0,3-4-6 16,0-7 4-16,0-7 7 15,0-4 15-15,0-5 11 16,0-2 13-16,0 0-23 16,0 0-97-16,0 0-97 15,0 0-83 1,0 0-185-16,4-6-337 0,-1-1-492 15,-3-1 0 1,4-6 0 0,-1-6 0-16</inkml:trace>
  <inkml:trace contextRef="#ctx0" brushRef="#br0" timeOffset="67474.25">14434 10335 3018 0,'20'-1'24'16,"17"1"12"-16,13 0 12 15,21 1 11-15,6 2 11 16,5 0 4-16,6-2 2 16,-5 2 2-16,-12-1 4 15,-20 0-10-15,-17-2 5 16,-17 0-9-1,-14 0-80-15,-9 0-121 16,-12-2-150-16,-8-3-387 16,-8 4 0-16,-9-5 0 15,3-3 0-15</inkml:trace>
  <inkml:trace contextRef="#ctx0" brushRef="#br0" timeOffset="67726.39">14811 10160 2936 0,'0'-7'222'16,"0"-1"9"-16,0 1 7 16,0 1 39-16,0 10 35 15,0 10 22 1,0 10 16-16,0 7 4 0,0 9 9 16,1 3-147-16,-1 2-74 15,2-4-2-15,-2 1-7 16,0-4-30-1,0-1-44 1,0-2-89-16,0-2-155 0,1-6-248 16,8-15-719-1,15 1 0-15,16-9 0 16,20-11 0-16</inkml:trace>
  <inkml:trace contextRef="#ctx0" brushRef="#br0" timeOffset="68291.89">15657 10292 4051 0,'0'-11'109'16,"0"-3"21"-16,1-1 4 15,5-2-1-15,8 3 1 16,4 5 0-16,9 4-2 15,6 1-1-15,1 1-2 0,-3 3-97 16,-4 0-16-16,-9 7-27 16,-3 0 1-16,-8 6 7 15,-4 5 1 1,1 4 8 0,-11 3 8-1,-7 4 3-15,-5 2 5 16,-6 2 11-16,-11 2 10 0,-1 0 13 15,6-2 5-15,-5-1-2 16,10-4 2-16,4-4-8 16,11-5-4-16,2-2 4 15,8-6 6-15,4-4 17 16,10 2 19-16,14-5-1 16,14-3-4-16,10 1-1 15,9-1 6-15,-2-2 3 16,-3-1 18-16,-8 1 0 31,-7-1 9-31,-6 2-26 16,-7-4-17-16,-10 0-11 15,-6 1 1-15,-8 3-3 16,0-3-47-16,-3 3-117 0,0 0-125 16,0 0-180-16,0 3-255 15,-9 0-517-15,-9 1 0 16,-2-2 0-16,-7 0 0 15</inkml:trace>
  <inkml:trace contextRef="#ctx0" brushRef="#br0" timeOffset="69479.25">11248 11310 4248 0,'0'-6'203'0,"0"1"15"16,0-1 0-16,12 1 7 15,12 2-3-15,18 2 4 16,14-1 5-16,15 2-6 15,-5-1-47-15,-7 5-256 16,-13 2-195-16,-8 2-192 16,-25-3-610-16,-11 12 0 15,-17 1 0-15,-15-1 0 16</inkml:trace>
  <inkml:trace contextRef="#ctx0" brushRef="#br0" timeOffset="69634.37">11296 11563 3966 0,'2'0'124'16,"4"-1"0"-16,10 1 0 0,17-4 2 31,14 1-26-31,15-3-88 16,11-1-138 0,7-8-764-16,-2 5 0 15,-2-1 0-15</inkml:trace>
  <inkml:trace contextRef="#ctx0" brushRef="#br0" timeOffset="70473.56">12720 11139 3033 0,'-2'-4'146'16,"1"-3"30"-16,1-2 11 15,3 0 1-15,5-3 4 16,10 3-2-16,9-2 4 15,9 0 1-15,2 4 6 16,1 0-102-16,0 5-32 16,-11 2-26-16,-3 4-2 15,-9 5 7-15,-7 6 13 16,-4 6 19-16,-10 7 10 16,-7 5 1-16,-14 3-3 31,-5 2-3-31,-5-1-2 0,-2-5 9 15,1-4 7-15,6-7 17 0,13-8 46 32,3-6 52-32,5-5-3 15,7-2 10-15,3-5-9 0,0-2-9 0,6-3-4 16,8 0-15-16,6 2-27 16,6-2-27-1,5 9-60 1,6-2-68-16,-7 7-13 15,1 3-7-15,-2 6 20 16,-4 8 19-16,-4 7 12 16,-5 2 6-16,-6 5 12 0,-6-3 0 15,-4 0 0 1,-5 0-3-16,-10-1 3 16,-6-4-6-16,-6-3-14 15,-13-2-10-15,-4-6-15 16,0-7-4-1,0-6-32-15,-6-3-204 16,12-3-379-16,2-8-846 0,8-8 0 0,10-15 0 31,6-9 0-31</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4-08-28T08:53:22.433"/>
    </inkml:context>
    <inkml:brush xml:id="br0">
      <inkml:brushProperty name="width" value="0.05292" units="cm"/>
      <inkml:brushProperty name="height" value="0.05292" units="cm"/>
      <inkml:brushProperty name="color" value="#FF0000"/>
    </inkml:brush>
  </inkml:definitions>
  <inkml:trace contextRef="#ctx0" brushRef="#br0">5689 10495 137 0,'0'-4'38'0,"0"0"10"16,0-3 8-16,0 3 2 15,0 0-6-15,0 4 4 16,-1-2-4-16,-3 2-9 15,-1 0-2-15,-1 0-35 16,-2 0-9-16,-1 0-5 16,-3 0 2-16,0 0 9 15,-1 0 12-15,0 0 1 16,-2 0 8-16,3 0 14 16,2 0 7-1,2-1 6-15,1 0 0 0,7-1-7 16,-3-2-47-16,3-17-167 15,-3 17 0-15,3 0 0 16,0-2 0-16</inkml:trace>
  <inkml:trace contextRef="#ctx0" brushRef="#br0" timeOffset="717.93">5623 10395 855 0,'7'-1'162'16,"3"-2"72"-16,-3 2 61 0,2-2 35 0,-6 1 44 31,-3 2 20-16,0 0 7-15,0 0-3 16,-3 0 6-16,-4 2-85 16,-12 6-59-16,-8 5-64 0,-10 6-56 0,-11 10-21 15,-9 2-32 1,-4 5-11-16,0 3-2 16,-4-3 6-16,6 3 1 0,6 0-9 31,7-4-7-31,3 0-4 15,9-2-6-15,7-7-16 16,7-3-12-16,10-7-7 16,1-3-3-16,6-5-1 15,1-2-7-15,2-3 0 16,0-2-2-16,0 0-7 16,0-1 0-16,0 0-2 15,0 0 1-15,0 2-2 16,0 0-2-16,0 3-3 15,2-1 3 1,5 4 6-16,5 2 8 16,14-3 6-16,13 3 4 0,15 2 5 15,12-4 5-15,10 2-2 16,7-2 3-16,1 2 1 16,0-4 0-16,-6 2-9 15,-7-1-8-15,-12-1-3 16,-10-1-1-16,-12-1-1 15,-9 2-7-15,-5-2 2 32,-8 0-2-32,-3-1 1 15,-3-2-1-15,-3 1 4 16,-3-2 1-16,-1 0 1 16,-2 0-2-16,1 0-24 15,-1 1-98-15,0-1-181 16,0-4-811-1,-1 1 0-15,-7-7 0 0,-3-6 0 16</inkml:trace>
  <inkml:trace contextRef="#ctx0" brushRef="#br0" timeOffset="2197.19">5689 10462 1996 0,'0'-4'166'0,"0"0"29"16,-1 0-2-16,1-1-5 15,0 3 16-15,0 3 10 16,1 6 8 0,4 4 11-16,1 4 13 0,6 6-92 15,6 7-47 1,6 1-25-16,3 3 4 0,3 3 8 16,0-3-14-1,2 0-10-15,-5 1-6 16,-1-3-8-16,-2-4-14 0,-3-4-16 15,-6 2-8-15,1-9-2 32,-2 3 1-32,-2-4 2 15,-3-3-3-15,-3-3 4 16,-1-1 2-16,-2-4 0 16,-3 0 9-16,0-2 16 15,0-1 11-15,0 0 5 16,2 0-1-16,-2 0-4 15,0 0-2-15,2 0 1 16,-2 0-5-16,0 0-2 16,0 0-10-16,0 0-16 15,0 0-17-15,0 0-7 16,0 0-2-16,0 0 0 16,0 0 0-16,0 0-1 15,0 0 0-15,0 0 0 16,0 0 2-1,0 0 0-15,0 0 1 0,0 0-3 16,0 0 0-16,0 0 0 31,0 0 0-31,0 0 3 0,0 0-2 16,0 0 0 0,0 0 0-16,0 0-2 15,0 0 1-15,0 0 4 16,0 2-1-16,0-2-1 0,0 4 4 15,0-1-3-15,0 1 0 16,0-1 0 0,0-2 2-16,0 2 2 15,0-2 0-15,0-1 0 16,0 0 0-16,0 0 1 16,0 0-6-16,0 0-1 15,0 0 0-15,0 0 1 16,0 0-1-16,0 0 1 0,0 0-1 15,0 0 4-15,0 0 1 16,0 0 3-16,0 0 4 31,0 0 3-31,0 0-4 0,0 0 1 16,0 0-2-16,0 0-1 16,0 0-1-1,0 0-4-15,0 0-3 16,0 0-4-1,0 0-2-15,0 0-10 16,0 0-11-16,0 0-16 16,0 0-8-16,0 0-2 0,0 0 1 15,0 0-5 1,0 0-9-16,0 0-7 0,0 0-3 16,0 0-2-16,0 0 12 15,0 0 16-15,0 0 8 16,0 0 3-1,0 0 0-15,0 0 6 16,0 0 11-16,0 0 6 16,0 0 4-16,0 0 8 15,0 0-2-15,0 0-3 16,0 0 0-16,0 0 0 16,0 0-8-16,0 0 1 15,0 0 0-15,0 0 0 16,0 0 3-16,0 2-3 15,1-1 1-15,-1 0 0 32,2 2-6-32,-2-3 2 0,0 0 7 15,1 1 4-15,-1-1-5 16,0 0 0-16,0 0-1 16,2 2 3-16,-2-2 4 15,0 0 7 1,0 0 4-16,-3 1-1 15,-2-1 2-15,-3 0-5 0,-5 0 5 16,-3 0 1 0,1 0-1-16,-6 0-1 15,2 0-5 1,0 0-35-16,3 0-64 0,2 0-127 16,8 0-173-16,0 0-305 15,2-1 0-15,4-5 0 16,0-3 0-16</inkml:trace>
  <inkml:trace contextRef="#ctx0" brushRef="#br0" timeOffset="3207.11">6659 10367 3616 0,'-11'-12'134'0,"-8"-1"28"16,-3-3 14-16,-6-1 3 15,-1 7 5-15,-3 7 2 16,-5 6 7-16,-2 11 8 15,-2 11 7-15,3 10-91 16,7 12-37-16,7 6-24 16,15 3-15-16,6 1 2 15,16-3 1-15,13-5 2 16,13-6 2 0,17-7-4-16,13-12-3 0,9-9-2 15,2-10 5 1,7-12-2-16,-6-15 2 0,-8-8 10 15,-8-9-2-15,-16-7 4 16,-17-3-6-16,-22 3-3 31,-11 2 2-31,-14 3-9 16,-15 4-14-16,-12 4-37 16,-2 6-61-16,-4 8-161 15,4 3-288-15,4-13-580 16,14 21 0-16,2 1 0 15</inkml:trace>
  <inkml:trace contextRef="#ctx0" brushRef="#br0" timeOffset="3560.5">6808 10115 4150 0,'0'-4'71'0,"-5"3"2"16,-4 11 15-16,-11 13 11 16,-4 23 10-16,-9 21 9 15,-1 15 10 1,4 11 10-16,1 6 12 16,5-3-63-16,6-5 16 15,-2-8-2-15,5-8-9 16,2-14-8-1,0-8-7-15,5-10-9 16,2-11-7-16,1-10-4 16,2-8-5-16,1-6-24 15,2-4-72-15,0-2-213 16,0-8-869 0,0 1 0-16,5-6 0 0,0-7 0 15</inkml:trace>
  <inkml:trace contextRef="#ctx0" brushRef="#br0" timeOffset="4320.93">8055 10728 4615 0,'0'0'124'0,"0"-2"-5"15,0 2 1-15,9-1 4 16,10 2-2-16,11-1 1 16,9 0-12-16,9 0-44 15,3 2-112-15,-7 0-260 16,-5 0-199-16,-16-37-430 16,-16 46 0-16,-19 2 0 15,-18 6 0 1</inkml:trace>
  <inkml:trace contextRef="#ctx0" brushRef="#br0" timeOffset="4492.88">8000 10999 3893 0,'0'2'193'0,"0"1"10"16,9-3 7-16,12 1 5 0,12-1-1 16,17-4 1-1,12-4-44-15,9 2-170 16,10-3-342-16,-14 0-653 15,-8-2 0-15,-11-1 0 32,-16-5 0-32</inkml:trace>
  <inkml:trace contextRef="#ctx0" brushRef="#br0" timeOffset="5162.01">9725 10397 3362 0,'-15'-12'161'16,"-5"0"4"-16,-6-1 9 15,-7 2 5-15,2 4 14 16,-4 10 11-16,-8 5 15 16,-1 12 11-16,-4 12 2 15,7 8-123-15,5 15-23 16,12 7-2-16,15 2-6 15,4-1 0 1,17-3-10-16,17-6-9 0,9-7-7 16,16-10 0-16,12-10 6 15,6-13-11 1,6-9 3-16,-2-10 3 16,-1-13 3-16,-12-10 0 0,-13-11 3 15,-8-11 9-15,-19-6-1 16,-10 1-18-16,-8-1-6 31,-11 3-2-31,-14 9-32 0,-5 6-43 0,-8 6-65 16,-5 4-133-1,5 9-250-15,-2-5-636 0,6 13 0 32,7 1 0-32,5 2 0 15</inkml:trace>
  <inkml:trace contextRef="#ctx0" brushRef="#br0" timeOffset="5460.8">9859 10132 5013 0,'-2'0'31'0,"-7"11"31"0,-15 13 16 16,-8 19 12-1,-14 25 8-15,-4 23 1 16,-4 20 5-16,3 5 1 0,4 3 1 16,5-5-12-1,3-8-14 1,3-12-30-16,4-8-17 16,7-15-27-1,5-7-147-15,8-12-353 0,3-18-588 16,7-20 0-16,7-12 0 15,13-25 0 1</inkml:trace>
  <inkml:trace contextRef="#ctx0" brushRef="#br0" timeOffset="6224.67">10768 10305 3937 0,'-8'-3'81'16,"-4"0"10"0,-7 2 20-16,-11 5 19 15,-6 13 14-15,-5 13 14 16,-4 12 13-16,2 15 14 15,9 10 8-15,1 7-67 16,10-1 5-16,8 0 0 16,8-5-22-16,7-9-11 15,7-6-16-15,8-6-2 0,8-9-6 32,7-9-20-32,6-9-57 15,6-9-113-15,5-9-197 16,7-13-817-16,-10-10 0 15,-7-12 0-15,-2-9 0 16</inkml:trace>
  <inkml:trace contextRef="#ctx0" brushRef="#br0" timeOffset="6471.23">10848 10456 5094 0,'0'-5'87'16,"0"1"0"-16,11 0 1 0,14-2 3 16,14 3 1-16,18 3 2 15,12-1-1 1,2 1 4-16,-3 0-1 0,-13 0-89 16,-14 0-53-16,-12 0-72 15,-16 0-152-15,-8 0-187 16,-13-4-550-16,-11 4 0 15,-5 2 0-15</inkml:trace>
  <inkml:trace contextRef="#ctx0" brushRef="#br0" timeOffset="6724.69">11085 10473 4682 0,'-1'0'69'15,"-4"7"52"-15,1 8 25 16,-5 10 40-16,-2 13 14 16,1 7 35-16,1 6 10 15,0 0 12-15,-1 1 4 16,4-4-44-16,2-2-26 16,-2-1-139-16,3-6-190 15,9-5-462-15,-6-4-624 16,0-14 0-16,10-7 0 15,3-14 0 1</inkml:trace>
  <inkml:trace contextRef="#ctx0" brushRef="#br0" timeOffset="11173.98">11364 10950 3770 0,'0'-7'120'16,"0"-1"4"-1,1-2 0-15,5-1 2 16,8 0-3-16,0 4 1 16,5 0 0-16,1 0-8 15,-2 5-9-15,-5 1-97 16,1 5-1-16,-8 5 6 15,0 6 13 1,-6 6-1-16,0 6 5 0,0 3 1 16,-3-1 3-16,0-3 12 15,-3-5 20 1,1-7 14-16,0-4 12 0,1-8-1 16,0 0-7-16,4-8 0 15,-2-5 2-15,1-8-1 16,2-4-8-1,7-7 3-15,4-1-11 0,0 1-19 32,6 5-26-32,-1 4-12 0,0 4-8 15,-1 5-4-15,-5 5-9 16,0 4 2 0,-5 3 8-16,0 7 8 15,-2 6 12-15,-4 7 21 16,2 5-2-16,-2 7 8 15,0 2 4-15,0 2 11 0,-3-6-3 16,0-1 3-16,-1-4-4 16,1-6-73-16,0-4-123 15,3-4-301 1,1-42-763-16,8 27 0 0,3-4 0 16,8-7 0-1</inkml:trace>
  <inkml:trace contextRef="#ctx0" brushRef="#br0" timeOffset="11415.19">11803 11025 5004 0,'11'-3'89'16,"1"-1"4"-16,6 0 2 15,8 0 3-15,4 2 1 16,3 1-2-16,0-1 5 15,-3 2-3-15,-7 0-16 16,-5-1-112-16,-9 1-92 16,-5 0-189-16,-2-4-223 15,-7 0-440-15,-2 2 0 16,-4-3 0-16,-4-4 0 16</inkml:trace>
  <inkml:trace contextRef="#ctx0" brushRef="#br0" timeOffset="11637.25">11898 10907 4106 0,'0'-6'253'16,"-1"2"13"-16,-1-1-11 0,1 0 11 15,1 5 35-15,0 10 22 16,0 3 9 0,1 7-1-16,-2 7 1 15,1 2-201-15,-2 3-45 16,-1-3-76-16,2 0-158 15,7-2-438-15,-2-8-665 16,7-8 0-16,10-8 0 16,8-13 0-16</inkml:trace>
  <inkml:trace contextRef="#ctx0" brushRef="#br0" timeOffset="11857.6">12229 10819 6168 0,'0'-2'166'0,"0"-1"28"0,0 3 25 0,0 7 0 16,0 8 0-16,0 11 0 15,0 8 0 1,0 6 0-16,-3 2 0 16,-4-3-168-16,1-1 2 15,-3-6-27-15,0-4-226 16,6-4-305-16,3-14-992 15,6-5 0 1,9-9 0-16,9-16 0 0</inkml:trace>
  <inkml:trace contextRef="#ctx0" brushRef="#br0" timeOffset="12272.04">12788 10132 4021 0,'4'0'69'15,"10"4"23"-15,6 8 25 16,8 14 26 0,11 14 19-16,2 17 26 15,3 10 13-15,0 11 11 16,-4 4 22-16,-10 5 25 16,-8-1-35-16,-13-2 2 15,-5-3-13-15,-11-3-8 16,-6-7-5-16,-11-5-13 0,-9-3-10 15,-11-9-14-15,-3-5-117 32,-2-5-230-32,13-10-398 15,1-12-732-15,5-14 0 16,10-16 0-16,10-20 0 16</inkml:trace>
  <inkml:trace contextRef="#ctx0" brushRef="#br0" timeOffset="13137.82">14167 10971 4693 0,'0'0'86'0,"0"0"5"15,9-2 7 1,9 4 3-16,15 1 8 15,16 1 5-15,13 0 0 16,3 3 4-16,-7-2 0 16,-12 0-80-16,-15-1-2 15,-13 0 5-15,-10-3 14 16,-5 1 1-16,-11-2-9 16,-13 0 0-16,-12 0-1 15,-21-2-1-15,-15 4 0 16,-9-2 8-16,4 0-3 0,7 0-9 15,20 0 31-15,16 0 9 32,19 0-15-32,9 0 4 15,15 0 9-15,25 0-5 16,14 0 4-16,13 0 1 16,17 0-5-16,0 1-2 15,-13-1-40-15,-15 1-22 16,-9 2-15-16,-17-1-65 15,-13 0-49-15,-8 1-128 16,-5-1-378 0,-8 0-567-16,-4 0 0 15,-2-1 0-15,3-5 0 16</inkml:trace>
  <inkml:trace contextRef="#ctx0" brushRef="#br0" timeOffset="13853.86">15803 10463 4076 0,'-13'-18'146'0,"-6"-1"8"15,-5-1 4-15,-11-1-1 16,-2 13 5-16,-6 11 9 16,-6 11 7-16,-5 16 7 15,0 16 7-15,2 18-117 16,9 12-13-16,14 4 1 16,17 5 8-16,17-6 9 15,19-8 15-15,18-7 21 0,20-10 15 16,16-11 6-16,17-14 10 15,10-11 5-15,3-12-6 32,-7-13 2-32,-12-14-11 15,-16-15 6-15,-19-11-20 16,-20-12-42-16,-14-9-33 16,-13-1-49-16,-16 1-98 15,-12 5-106-15,-10 9-216 16,0 10-297-16,-8 7-500 15,8 7 0-15,7-1 0 16</inkml:trace>
  <inkml:trace contextRef="#ctx0" brushRef="#br0" timeOffset="14138.05">16138 10136 3978 0,'0'-4'145'0,"-13"8"43"16,-13 13 23-16,-13 18 14 0,-12 25 48 16,-12 23 36-1,-5 19 37-15,-1 12 33 16,-1 6 32-16,3 2-100 0,-3-1-22 31,12-9-44-31,-3-4-22 0,7-5-15 16,9-11-47-1,6-10-81 1,12-15-253-16,16-15-366 0,10-52-915 16,13 7 0-16,9-24 0 15</inkml:trace>
  <inkml:trace contextRef="#ctx0" brushRef="#br0" timeOffset="14939.13">17045 10443 2426 0,'0'-7'248'32,"-3"-3"17"-32,-3 2 9 15,-7-1 11-15,-6 6 21 16,-11 9 27-16,-9 11 14 16,-6 16 11-16,-4 13 11 15,4 18-174-15,6 8-58 16,12 2-3-16,9-2 4 15,11-4-4-15,5-9-13 16,11-7 1-16,9-9 3 16,11-8 10-16,7-11-21 15,16-8-122-15,4-10-123 16,6-5-277-16,-7-51-795 16,-9 27 0-16,-6-18 0 15,-9-7 0-15</inkml:trace>
  <inkml:trace contextRef="#ctx0" brushRef="#br0" timeOffset="15182.34">17154 10480 5378 0,'0'-7'77'16,"3"3"2"-1,14-3 4-15,11 0 11 0,18 2 6 16,18 5 5-16,15-2 1 31,-2 2 4-31,-4 0 0 16,-11 0-85-16,-22-1-42 15,-12 1-64-15,-19 0-226 16,-9 0-224-16,-20-14-535 16,-10 17 0-16,-6 1 0 15,-5 1 0-15</inkml:trace>
  <inkml:trace contextRef="#ctx0" brushRef="#br0" timeOffset="15393.4">17400 10525 4230 0,'-3'4'112'0,"0"6"63"0,-4 6 37 16,-3 11 58-16,1 13 39 16,-3 9 25-16,2 4 15 15,-1 2 1-15,2-2 7 16,-1-3-59-16,6-3-42 15,-2-5-108 1,0-6-226-16,6-1-419 0,0-12-868 31,8-9 0-31,11-11 0 16</inkml:trace>
  <inkml:trace contextRef="#ctx0" brushRef="#br0" timeOffset="15919.83">17671 10812 3684 0,'0'-4'60'0,"3"0"3"16,3-1 2-1,4-2-1-15,8 2 0 0,2 0 4 31,0 2 10-31,0 3 13 16,-2-3 24-16,-1 7-44 16,-5 8 18-16,2 4 9 15,-7 8 6-15,-4 5 7 16,0 4 7-16,-3-3 2 16,-3-4 11-16,0-5 15 15,0-10 30-15,0-4 18 0,-3-6-5 16,5-5-9-16,-3-8-9 15,4-9-15-15,8-6-11 16,6-6-1-16,5-2-27 31,5 6-41-31,2 5-60 16,-6 8-49-16,-1 7-35 16,-7 8-4-16,-2 7-1 15,-3 6 13-15,-3 9 7 16,-2 4-2-16,-1 7 15 15,-1 0 14 1,0-2 10-16,0-2 13 0,3-6 26 16,3-4-58-16,6-5-116 15,10-6-335-15,9-6-665 16,2-10 0-16,12-14 0 16,11-14 0-1</inkml:trace>
  <inkml:trace contextRef="#ctx0" brushRef="#br0" timeOffset="16221.77">18730 10221 4275 0,'17'-4'128'15,"8"3"23"-15,4 8 37 0,15 12 47 16,-7 13 63-16,4 22 43 15,-1 12 46-15,-6 9 13 16,-7 4 1-16,-17-1-88 16,-5 0-41-16,-11-7-23 15,-9-7-36-15,-9-9-48 16,-11-2-63 0,-12-6-237-16,-5-2-267 15,20-13-1114-15,-21-5 0 16,5-14 0-16,0-14 0 15</inkml:trace>
  <inkml:trace contextRef="#ctx0" brushRef="#br0" timeOffset="17185.14">8357 11910 3984 0,'0'-2'134'0,"0"-2"-3"16,3 0 1-16,13-3 2 15,19 3-5-15,13 0-47 16,19 2-96-16,9 1-131 16,-6 1-147-16,-18 0-563 15,-19 11 0-15,-30 1 0 16</inkml:trace>
  <inkml:trace contextRef="#ctx0" brushRef="#br0" timeOffset="17344.91">8257 12150 2962 0,'-4'5'150'0,"0"0"-7"16,6-1 14-16,13-2 9 16,35 0-4-16,21-9-70 15,31 1-168-15,16-21-675 16,2 14 0-16,-12-2 0 15,-13-6 0 1</inkml:trace>
  <inkml:trace contextRef="#ctx0" brushRef="#br0" timeOffset="18799.57">11049 11466 2862 0,'-6'-10'117'15,"-7"2"8"-15,-8-2 6 16,-11 3 4-16,-7 4 1 15,-10 5 4-15,-2-1 2 16,-1 5 7-16,3-4 15 16,5 1-99-16,7 3-1 15,9-3 7-15,7-2-2 16,6 0-2-16,7 2 2 16,2-3-3-16,5 0-10 15,-1 0-12 1,2 2-7-1,0 2 2 1,0 5-2-16,0 8-3 0,0 10 2 16,0 9 10-1,-4 14 2-15,-5 10 2 0,-4 9 13 0,-6 9 17 16,-5 10-5-16,-2 3-1 31,1 4 5-31,-1 1 1 16,-3-5 9-16,5-3-5 15,3-9-3-15,5-5 9 16,1-8 5-16,6-8-9 16,6-7-1-16,3-7 5 15,3-10 2-15,6-4 29 16,12-10 9 0,13-1 3-16,17-14 9 0,13-2-10 15,7-6-1-15,-4-7 5 16,-2-1-9-16,-9 0-45 15,-10-1-85-15,-10 2-108 16,-10 4-79-16,-8 4-103 16,-8 2-172-1,4-7-237-15,-11 2-420 0,2-2 0 16,-4-6 0-16,7-11 0 16</inkml:trace>
  <inkml:trace contextRef="#ctx0" brushRef="#br0" timeOffset="19651.07">11337 11908 2788 0,'0'-8'119'0,"1"-3"6"15,4-5 1-15,5-2 2 16,5 3 1-16,12 1 0 16,5 3 3-16,3 1 5 15,-2 5 5-15,-5 2-81 16,-4 2-11-16,-8 3 19 15,-8 5 24-15,-5 7 12 16,-3 4 20-16,-11 7 13 16,-5 9 1-16,-8 0 2 15,-10 8-1 1,-9 4-3-16,-1 1-13 16,0 2-18-16,2-2-22 15,9-5-4-15,4-2 1 16,9-7-9-1,7-2-2-15,7-7-5 0,4-4 3 16,7-4 37-16,11-5 25 16,10-4 7-16,7-6 6 15,14-1-12-15,5-4-13 16,2-3-7-16,-1-1 6 16,-8-2 0-16,-8 0-1 15,-10 2-44-15,-11 1-34 31,-8 1-18-31,-5 4-78 16,-2 0-112-16,-1 2-196 16,5 0-336-16,-5 0-490 15,1 0 0-15,4-7 0 16,16-5 0 0</inkml:trace>
  <inkml:trace contextRef="#ctx0" brushRef="#br0" timeOffset="19946.65">12185 11767 4900 0,'-4'-7'98'0,"-9"5"5"16,-8 4 7-16,-8 10 11 15,2 17 25-15,-3 16 25 16,7 13 10-16,10 9 18 15,7 1 5-15,3 3-92 32,6-3 6-32,7-7-10 15,1-7 1-15,2-8-87 16,5-7-141 0,8-11-287-16,4-23-829 0,5-1 0 15,1-11 0-15,-2-12 0 16</inkml:trace>
  <inkml:trace contextRef="#ctx0" brushRef="#br0" timeOffset="20431.57">12371 12030 4512 0,'12'-14'32'16,"10"-1"8"-16,7-1 11 15,9-1 11-15,-4 10 27 16,-1 10 8-16,-4 8 10 15,-3 8 13-15,-13 12 14 16,-6 6-20-16,0 8 2 31,-10 3-5-31,-5 0-10 16,2-7-11-16,0-3-22 16,2-9 0-16,-3-9 108 15,4-9 39-15,2-7-8 0,1-10-5 16,-3-10-1-16,9-12-3 15,5-8 4-15,10-12-3 16,7 0-5-16,5 2-7 16,2 8-121-16,-2 8-54 15,-4 8-13-15,-5 6-14 16,-1 9-5-16,-4 5 9 16,0 4 10-16,-3 8 20 15,-3 7 0-15,-4 9 0 16,-4 9 3-16,-2 5 2 31,-3 3 6-31,-5 0 12 16,1-1 0-16,-1-2-9 15,-1-2-69-15,2-3-245 16,5-6-330-16,9-8-838 16,9-10 0-16,8-12 0 15</inkml:trace>
  <inkml:trace contextRef="#ctx0" brushRef="#br0" timeOffset="20633.81">13296 12208 5740 0,'11'-4'19'0,"8"1"4"15,16-1 1-15,4 0 4 16,9 2 0-16,2 2-2 15,-3-2-27-15,-13 2-71 16,-5-2-129-16,-11 0-248 16,-9-44-584-16,-6 36 0 15,-6-3 0-15</inkml:trace>
  <inkml:trace contextRef="#ctx0" brushRef="#br0" timeOffset="20853.65">13462 12030 4411 0,'-3'-4'169'0,"0"-1"6"16,-3 2 46-1,0 7 78-15,-3 10 33 16,0 11 12-16,3 10 1 16,0 6 8-16,2 7 3 15,1-4-150-15,3 2-16 16,0-6-140-16,3-2-282 15,52-9-1211-15,-34-9 0 16,8-12 0-16,8-11 0 16</inkml:trace>
  <inkml:trace contextRef="#ctx0" brushRef="#br0" timeOffset="21106.58">14045 11955 5747 0,'0'0'90'16,"0"3"58"-16,0 7 55 16,0 8 34-16,0 11 11 15,0 11 1-15,0 8-1 16,0 3 0-16,0-2 1 16,0-4-40-16,-3-3-114 15,-2-6-262-15,6-5-519 16,-1-10-737-1,13-10 0-15,6-11 0 16,14-15 0-16</inkml:trace>
  <inkml:trace contextRef="#ctx0" brushRef="#br0" timeOffset="21396.85">14592 11837 4536 0,'8'-7'96'16,"8"2"27"-16,7 2 24 16,15 2 9-16,-1 10 8 15,6 14 25-15,-4 7 5 16,-3 6 21-16,-13 10 26 16,-7 7-65-16,-4 2 7 15,1 4-19-15,-10 0-16 16,1-2 0-16,-4 1-2 15,-7-7-25 1,-9-1-150 0,-5-4-394-16,-10-68-916 15,-3 50 0-15,3-14 0 16</inkml:trace>
  <inkml:trace contextRef="#ctx0" brushRef="#br0" timeOffset="22409.74">15735 12204 5499 0,'-5'-7'234'0,"1"1"27"16,1 0-8-16,-1-1 4 16,14 7 11-16,17 0 5 15,23 0 7 1,23 0-1-16,13 0 1 15,5 0-138-15,-13 0-139 16,-18 0-180 0,-18 2-98-16,-16-2-77 0,-8 2-228 15,-11-6-749-15,-4 2 0 32,-1-8 0-32</inkml:trace>
  <inkml:trace contextRef="#ctx0" brushRef="#br0" timeOffset="22862.85">16597 11908 4546 0,'0'-11'130'16,"0"0"3"-16,13 1 2 15,8-5-3-15,9 5 1 16,10 3 1-16,8 2-1 16,-5 3 0-16,-7 0-3 15,-7 4-95-15,-10 0-25 16,-13 6 6 0,-3 5 4-16,-9 6 8 15,-13 7 3-15,-6 8-1 31,-5 2 1-31,-7 5 0 16,1 1 3-16,4 1-2 0,3-3-5 16,9-3-9-16,7-3-4 15,9-5-4-15,5-6 3 16,14-5 13-16,13-7 5 16,13-4-4-16,13-6-22 15,7-1-42-15,-1 0-94 31,-7-2-278-31,-7-12-717 0,-13 5 0 0,-6 0 0 32,-8-7 0-32</inkml:trace>
  <inkml:trace contextRef="#ctx0" brushRef="#br0" timeOffset="23477.39">17232 11987 3213 0,'0'-8'78'15,"0"-3"1"-15,5-3 2 16,6-1 0-16,1 5 1 16,7 3-2-16,2 4 6 15,1 2 28-15,-3 2 16 16,-1 6-48-16,-4 6 2 15,-4 6 8-15,1 6 5 16,-5 4 7-16,-5 2 9 16,1-1 5-16,-2-3-1 15,-3-5-16 1,3-4 6-16,-3-5 0 16,0-6-6-16,3-5-3 15,-3-7-1-15,3-6-7 16,0-7-8-16,3-9-4 15,6-5-6-15,6-1-9 16,6-2-25-16,9 6-17 16,5 5-11-16,2 5-7 15,-1 6-7-15,-4 7-5 16,-4 4 0-16,-6 2-2 16,-4 3 1-16,-9 7 6 15,-5 4 9-15,-4 6 3 16,0 5 9-16,-3 5 0 0,0 3 6 15,0-3 8 1,2 0 4 0,-2-5 7-16,3-3 15 15,3-6 4 1,9-4-6-16,7-4 9 16,8-5-29-16,7-1-55 0,-6-2-84 15,-2-2-236 1,-10-9-827-16,-5 5 0 15,-5-9 0-15,3-10 0 16</inkml:trace>
  <inkml:trace contextRef="#ctx0" brushRef="#br0" timeOffset="24194.73">18498 11497 2888 0,'0'-6'93'16,"5"0"2"-16,7-1 2 15,11 0 4-15,8 3 2 16,13 0 0-16,4 0 7 15,-3 1 8-15,0-1 20 16,-5 0-57 0,-10 0 11-16,-6 2 16 0,-5-1 15 15,-7 3 16-15,4 6 16 16,-2 9 8-16,-4 8 6 16,0 14 7-16,-6 13-4 31,-2 12-12-31,-2 8-12 15,0 10 6-15,0 6-6 16,0 6 7-16,0 1 8 16,-2 0-1-16,2-2 9 15,-1-6 1-15,1-5-6 16,0-7-4-16,1-5 3 16,2-8-19-16,-3-11-5 15,2-10-8 1,-2-10-15-16,-5-11-9 0,-6-4-20 15,-6-10-15-15,-9-4-13 16,-4-4-8-16,-5-3-13 0,-1-2-3 31,-6-1-37-31,2-4-113 16,-4 4-143-16,0 2-184 16,28-1-1028-1,-19 2 0-15,16-4 0 16,12-4 0-16</inkml:trace>
  <inkml:trace contextRef="#ctx0" brushRef="#br0" timeOffset="25177.3">19753 12046 3498 0,'4'0'80'0,"6"0"24"15,13 0 15-15,10 0 5 16,11 0 2-16,7 0 3 15,0-3 1-15,-6 3 0 16,-13 0 3-16,-13 0-30 16,-10 0 22-16,-9 0-16 15,-11 0-13-15,-9 0-5 16,-13 0-2-16,-11 0-2 16,-7 0 2-16,3 0 5 15,7 0 2 1,11 0-14-16,14 0-49 0,6 0-2 15,20 0 1-15,14 0 0 16,16 0 2-16,13-3 0 0,9 2-7 31,2-2-40-31,-7 2-134 16,-6-2-362 0,-17 0-528-16,-14-1 0 15,-12-6 0-15,-11-2 0 16</inkml:trace>
  <inkml:trace contextRef="#ctx0" brushRef="#br0" timeOffset="26029.26">21638 11542 4532 0,'-10'-7'88'0,"-7"-4"2"16,-13 2 4-16,-18-1 0 15,-7 7 7-15,-12 3 4 16,-2 1 5-16,9 2 10 15,7-1 9 1,18-1-83 0,10 3-3-16,14-2-4 15,7 0-9-15,2 1-2 16,4 0-5-16,-2 3-1 16,4 2 0-16,-1 4-6 0,6 5-3 15,2 8 8-15,-4 7 13 16,-4 10 26-16,-3 7 44 15,-9 9 72-15,-6 9 12 16,-1 8 5 0,-5 7 8-16,0-2 15 15,5-1 16-15,7-5-9 0,2-10-14 32,6-7-25-32,2-8-37 15,6-6-70-15,10-11-15 16,9-6-8-16,10-8-12 15,12-8-19 1,3-6-80-16,5-6-185 16,-4-7-202-16,-1-23-1045 15,-5 4 0-15,-10-15 0 16,-3-12 0-16</inkml:trace>
  <inkml:trace contextRef="#ctx0" brushRef="#br0" timeOffset="26345.01">21598 11872 4091 0,'1'-12'105'0,"7"-4"1"15,2 2 0-15,4-2-1 16,4 7 0-16,1 7 3 16,-2 4 25-16,-8 7 26 15,-3 7 31 1,-10 8-84-16,-8 11 4 15,-11 6 32-15,0 4 20 16,-4 3 14-16,3-2 8 16,6-1 4-16,9-5-11 15,5-5-26 1,4-6-13-16,7-6 2 0,13-9-77 16,7-5-160-16,13-6-227 15,18-13-980-15,-6-3 0 16,-7-9 0-16,-8-9 0 15</inkml:trace>
  <inkml:trace contextRef="#ctx0" brushRef="#br0" timeOffset="26881.33">21863 11928 4245 0,'1'-10'59'0,"2"-3"1"16,5 2 0-16,7-3-2 15,-2 7 0-15,11 6 4 16,-3 2 19-16,-1 8 20 16,-4 6 15-16,-2 6-43 15,-8 7 10-15,-2 5 3 32,0 2 4-32,-4-3 5 15,-4 0 2-15,4-7 15 16,0-10 36-1,-4-4 15-15,1-7-3 16,0-9-9-16,-1-7-17 16,2-7-7-16,2-13 4 15,3-4 7-15,6-7-3 16,2 4-30-16,5 3-51 16,8 7-42-16,0 5-10 15,5 6-8-15,1 8-2 16,-3 5-8-16,-6 2-4 15,-3 7 2-15,-5 7 22 16,-8 7 20-16,-5 5 16 16,3 7 39-1,-6 3 11-15,-1 1 8 16,4 1 17-16,0-2 11 0,0-4 5 16,0-3-5-16,4-2-20 15,-1-7-10-15,5-3-19 16,7-5-157-16,8-3-184 15,7-3-330-15,4-9-826 16,1-5 0-16,2-6 0 16,6-10 0-16</inkml:trace>
  <inkml:trace contextRef="#ctx0" brushRef="#br0" timeOffset="27139.11">22943 11979 6250 0,'10'0'110'0,"7"0"1"16,6 0 10-16,12 0-2 15,5 0 10-15,1 0 2 16,2 0 4-16,-5 0-17 15,-5 0-107-15,-7 0-206 16,-1 0-307-16,-5-11-805 16,-2 8 0-16,-9 2 0 15,-3-3 0 1</inkml:trace>
  <inkml:trace contextRef="#ctx0" brushRef="#br0" timeOffset="28228.31">24072 11950 3075 0,'0'-3'129'0,"3"-3"14"0,3-2 3 16,5-3 5-16,5-3 10 31,8 3 20-31,2 0 27 15,1 1 8-15,-3 5 11 16,2 2-81-16,-4 4-18 16,-2 9-2-16,3 7 4 15,-4 6 5-15,-7 8-1 16,-4 5-13 0,-4 1-21-16,-1-3 3 0,-3-4 18 0,-3-6 26 31,3-6 34-31,-1-11 38 15,-2-3 16-15,-3-5-6 16,1-10-7-16,2-7-3 16,3-7-4-16,5-10-13 15,11-5-39-15,2 2-37 16,9-1-52-16,8 7-57 16,1 9-26-16,-3 2-1 15,-4 8-15-15,-3 8-22 16,-9 3-1-16,-1 5 5 15,-9 10 5-15,-1 7-3 16,-5 7 5-16,-2 6 16 16,-1 6 3-16,1-3-4 15,1 2 8-15,-3-2 23 0,3-8 5 32,0-5-2-32,3-3-75 15,5-8-140-15,5-5-221 16,32-3-999-1,-10-2 0-15,9-15 0 0,2-11 0 16</inkml:trace>
  <inkml:trace contextRef="#ctx0" brushRef="#br0" timeOffset="28692.79">25266 11554 3860 0,'16'-12'104'0,"8"-3"4"16,11 0 2-16,9-2 5 15,2 7 1-15,1 5 1 16,4-1 5-16,-1 2 8 16,-5-3 20-16,-6 0-70 0,-7 0-1 15,-9 2-3-15,-6 3 11 16,-9 5 16-16,-5 11 17 15,0 10 37 1,-7 15 38-16,-7 11 10 16,-7 12 1-1,-1 9-2-15,-1 7 28 0,6 7 26 16,8 5-13-16,9 3-20 16,9 2-18-16,2-4-39 15,-2-6-41-15,-2-10-21 16,-4-11-18-16,-6-11-25 15,-6-14-35-15,-10-11-28 16,-11-13 0-16,-11-8 0 16,-14-7 0-16,-15-4 0 15,-8-6 0-15,-5-2-5 16,-3 2-258-16,5 0-470 16,7 5-705-16,11-4 0 31,18-3 0-16</inkml:trace>
  <inkml:trace contextRef="#ctx0" brushRef="#br0" timeOffset="29750.92">8496 13373 2002 0,'13'0'23'0,"7"0"15"16,11-1 9-1,9 1 7-15,1 0 6 0,7 0-2 16,0 0-65-16,-3 0-136 15,-5-19-283-15,-15 24 0 16,-13 3 0 0,-12 2 0-16</inkml:trace>
  <inkml:trace contextRef="#ctx0" brushRef="#br0" timeOffset="29948.99">8397 13706 3945 0,'-10'6'157'15,"2"-1"2"-15,3 2 2 16,1 1 32-16,24-3 14 16,22-5 7-16,21 0 2 15,17 0-3-15,19 0-47 16,-3 0-254-16,-7 0-315 16,-15 0-625-1,-22-2 0-15,-15 2 0 16</inkml:trace>
  <inkml:trace contextRef="#ctx0" brushRef="#br0" timeOffset="30692.96">10935 13508 3803 0,'-3'-8'147'15,"1"-3"10"-15,2-4 3 16,2-2-5-16,9 3 0 16,12-1 2-16,11 1-2 15,12 0 2-15,3 3-7 16,-3 4-127-16,-8 5-27 16,-8 2-8-16,-6 11 2 15,-14 6 24 1,-3 5 9-16,-10 10 9 15,-14 6 5-15,-13 5 5 16,-8 3 11-16,-7 0 11 16,-9 1 11-16,8-2 4 15,5-5 2-15,6-4-17 16,9-4-9-16,14-4-7 16,6-8 1-16,5-4 24 15,10-3 34-15,12-6 20 16,15-4 9-16,15-2 0 15,11 1-2-15,4-7-1 16,-7 1 8-16,-12-1-1 16,-13 0-22-16,-11 0-134 15,-11 2-129-15,-3 3-226 16,1-1-335-16,-7 1-477 31,-1-3 0-31,8-5 0 0,8-4 0 16</inkml:trace>
  <inkml:trace contextRef="#ctx0" brushRef="#br0" timeOffset="30993.64">11791 13706 5167 0,'6'-1'37'0,"7"-1"2"16,11 2 0-16,9-1 3 16,9 1-2-1,4 0 4-15,4 0 2 16,-5-2 2-16,-8 1 2 16,-6 0-34-16,-10-1-3 15,-8 1-34-15,-7-1-195 16,4 0-280-16,-7 2-473 15,-2 0 0-15,1-4 0 16,-1-1 0-16</inkml:trace>
  <inkml:trace contextRef="#ctx0" brushRef="#br0" timeOffset="31689.16">12672 13582 3939 0,'0'-4'175'16,"4"-3"7"-1,-2 0 4-15,4-3-3 0,5 2 2 16,3 0 0-16,8-6 0 15,8 1-2-15,1-1 0 16,7 3-162-16,-4 1-17 16,-2 6-8-1,-2 3 3-15,-3 8 9 16,-2 9 4-16,-4 5 6 16,-4 9 6-16,-11 7 5 15,-1-1 2-15,-5-1 3 16,0-3 4-16,-1-7 6 15,2-7 5-15,-1-7 27 16,0-6 8-16,0-5 3 16,0-7-1-1,0-9-7-15,0-7-6 0,3-9-12 16,8-12-10-16,8-1-18 16,13-1-17-16,7 5-33 15,6 6-14-15,-3 10-16 16,-4 7-12-1,-12 9-4-15,-5 4 1 16,-9 10 14-16,-5 7 11 0,-6 8 16 16,2 7 9-1,-3 10 21-15,-1-1 11 16,1 3 20-16,1-3 34 16,6-4 17-16,2-6 56 15,9-6 30-15,9-8 9 16,12-6 0-1,8-6 4-15,5-4-22 16,2-6-12-16,-3-2-8 16,-8 0-26-16,-13 0-8 15,-8 1-49-15,-11 2-92 16,-6 4-182-16,-5 3-220 0,-6 0-1045 16,-7 0 0-1,-9 2 0-15</inkml:trace>
  <inkml:trace contextRef="#ctx0" brushRef="#br0" timeOffset="35133.76">6602 14537 4371 0,'0'-1'139'0,"0"-1"4"15,0 1-2-15,3 0 1 16,4 1-2-16,2 0-3 15,0 4-1-15,3 0-2 16,-5 3 4-16,-3 1-103 16,-4 1-7-16,-7-1 0 31,-4 0 8-31,0-3 4 16,-4-1 2-16,-6-4 8 15,9 0 1-15,1-4 0 16,5-1-13-16,2-2-37 15,4-1-75-15,0 1-151 16,4 2-292-16,-1-1-524 16,3 2 0-16,5-2 0 15</inkml:trace>
  <inkml:trace contextRef="#ctx0" brushRef="#br0" timeOffset="35499.44">7182 14370 4905 0,'0'-2'91'0,"2"-1"5"0,10-1 2 15,18 0 4-15,21-1 3 16,21 1 1-16,20 0 3 16,9-1 3-16,5-2 3 15,-4 0-89-15,-9 0 0 16,-16 0-2 0,-18 1-5-16,-22 2-3 15,-17 4-30-15,-14-1-76 16,-6 1-104-16,-9 1-195 15,-14-5-663-15,-11 12 0 0,-10 2 0 32,-15 5 0-32</inkml:trace>
  <inkml:trace contextRef="#ctx0" brushRef="#br0" timeOffset="35736.99">7556 14437 4760 0,'0'-1'194'15,"0"-1"-20"-15,0 1 28 16,0 5 85-16,0 11 73 16,0 13 0-16,0 13 1 15,0 10-1-15,-3 8 0 16,1 2-171-16,1 0-23 16,-2 2 20-16,1-2-28 15,1-3-84-15,-2-8-192 16,1-5-214-16,4-9-354 15,-1-16-725 1,10-11 0-16,7-18 0 16</inkml:trace>
  <inkml:trace contextRef="#ctx0" brushRef="#br0" timeOffset="36188.29">7773 14675 3999 0,'0'-15'269'16,"0"4"-25"-16,1-3-8 15,2 4 40-15,3 13 45 16,0 16 44 0,0 8 45-16,-3 12 8 15,0 9 8-15,-3 7-213 16,0 2-41-16,0-4 25 16,0-6 8-16,0-10-40 15,0-11-45-15,0-10-43 16,0-9-46-16,2-11-8 15,-1-10-9-15,6-15-4 32,6-10-10-32,4-7 0 15,5-6 0-15,3 5 0 16,2 8 0-16,-4 10 0 16,-3 7 0-16,1 11 0 15,3 8 0-15,-3 3 0 16,0 7 0-16,0 8 0 15,-6 7 0-15,-3 8 0 16,-4 6 0-16,-5 3 0 16,0 0 0-16,-3 0 0 15,0-7-53-15,0-5-217 16,0-6-214-16,10-11-992 16,-1-6 0-16,8-7 0 15,8-13 0-15</inkml:trace>
  <inkml:trace contextRef="#ctx0" brushRef="#br0" timeOffset="36573.53">8286 14849 5392 0,'0'-1'24'0,"0"1"2"16,6 0 9 0,0-2 8-16,6 4 7 0,3-2 8 15,4 0 4-15,2 0 3 16,1-2 3-1,-1-5-28-15,-5-2 10 0,-5-7-1 16,-7 0 4-16,-1-1 18 16,-6 0-9-1,-3 5-9 1,-3 2 6-16,-9 7 3 0,-4 2 32 16,-8 5 56-1,-4 8 26-15,3 8 24 16,1 8-5-16,7 5-26 15,11 7 2-15,3 2 1 16,9 0-10 0,6-6-7-16,9-4-34 0,11-10-57 0,10-3-73 15,15-10-250-15,9-5-332 32,2-6-867-32,-7-5 0 15,-12-10 0 1,-12-7 0-16</inkml:trace>
  <inkml:trace contextRef="#ctx0" brushRef="#br0" timeOffset="37300.37">10113 14775 4892 0,'-12'-1'60'0,"-10"2"16"0,-4 5 16 15,-4 8 8-15,7 9 4 16,2 14 6-16,12 6 8 16,7 4 3-16,8-1 6 15,13-4-34-15,8-7-24 16,10-13-12-1,10-10-23-15,9-9-14 0,-5-14-8 16,-4-13-7-16,-10-12-7 16,-11-8-6-1,-8-9-3-15,-12 3 22 16,-3 6 86-16,0 10 33 16,-3 11-8-16,-3 9-7 31,3 9 17-31,0 9 4 0,0 7 6 0,0 9 3 15,-3 10-3-15,3 7-27 16,0 1-62-16,3 1-40 16,-3 0 17-16,0-4-90 15,0-1-258-15,45-7-1096 32,-28-6 0-32,8-10 0 15,7-5 0-15</inkml:trace>
  <inkml:trace contextRef="#ctx0" brushRef="#br0" timeOffset="37983.26">10634 14839 4984 0,'5'-9'52'15,"8"-4"1"-15,4 0 1 16,8 2-2-1,1 4-2-15,5 7 1 16,-2 3 2-16,-5 6 3 16,-7 6 5-16,-1 6-45 15,-15 7 7-15,3 5 2 16,-4-1 5-16,-4-3 4 16,1-1 11-16,2-6 22 15,-2-9 65-15,1-6 31 0,1-6-8 16,1-11-1-1,0-6-8 1,4-12 0-16,6-1-16 0,6-8 4 0,5 4-11 16,9 8-28-1,4 6-75-15,4 9-45 16,-2 4-2-16,2 12-2 16,-6 4-6-16,-10 8-1 15,-6 7 7 1,-10 1-4-16,-2 6 7 0,-4-7 8 15,-4-1 26-15,4-7 48 16,0-6 44-16,-6-9 13 16,1-2 12-16,0-6 4 15,4-8 3-15,-1-11-8 16,8-7 2 0,7-6-11-1,6 0-16-15,4 5-39 16,7 7-43-16,0 3-22 15,-3 11-10-15,-1 5-14 16,-5 4-1-16,-3 6 5 16,-6 9 1-16,-5 4 10 15,-1 4-1-15,-3 8 3 16,-1 6 7-16,-2-1 12 16,1 3 20-16,-1-1-14 15,0-3-173-15,0-7-207 16,9-3-355-16,1-9-612 15,6-9 0-15,6-7 0 16,4-12 0 0</inkml:trace>
  <inkml:trace contextRef="#ctx0" brushRef="#br0" timeOffset="38301.03">11665 14786 4163 0,'0'-5'210'16,"0"-4"1"-16,-6 4 4 15,-3-1 44-15,-3 11 41 16,-5 10 11-16,4 3 29 16,-2 10 10-16,10 7 11 15,4 2-167-15,4 1 3 16,8-4 11-16,12-4-2 16,9-11-44-16,11-5-41 31,6-8-10-16,-3-9-29-15,-5-11-10 0,-9-5-13 0,-14-12-19 16,-9-9-25-16,-5-4-35 16,-7-2-45-16,-3 5-106 15,-1 7-135 1,0 13-206 0,7 5-910-16,-13 9 0 15,4 7 0-15,3 7 0 16</inkml:trace>
  <inkml:trace contextRef="#ctx0" brushRef="#br0" timeOffset="38896.93">11853 15112 5496 0,'0'3'159'16,"1"-3"56"-16,3 0 18 0,6 0 18 15,10-3 0-15,13-8 3 16,8-4-1 0,10-9-2-16,0-12 1 0,2-6-89 15,-2-9-99-15,-9-5-56 16,-3 0-19 0,-12 5-14-16,-15 8-8 15,-7 9-9-15,-12 12-5 16,-3 9-12-16,-7 6-23 15,8 5-23 1,-1 7-3-16,7 4-20 16,9 3-17-16,4 3-11 15,9 6 6-15,8-3 6 16,4-1 6-16,3-3 13 16,-6 0 23-16,-9-4 30 15,-6-3 18 1,-8 0 20-16,-3-1 48 0,-4-1 65 15,-6 3 70-15,-6 6 23 16,-6 3 16-16,1 1 2 16,-1 4 9-16,9 0-2 15,7 1 18-15,8-4 3 16,15-2-32 0,9-3-58-16,13-5-67 0,7-3-23 31,5-5-18-31,-9-2 0 0,-8 0-49 0,-9-2-125 31,-5 0-134-31,-8 2-313 16,-2 1-817-16,-8 0 0 15,-1-3 0-15,-3-3 0 16</inkml:trace>
  <inkml:trace contextRef="#ctx0" brushRef="#br0" timeOffset="39862.68">13046 14576 4575 0,'0'-11'265'0,"0"0"-17"16,0 3 33-1,0 6 37-15,0 19 49 16,0 15 12-16,0 17 0 15,0 9 0-15,0 9 0 16,-4 4-176-16,0 0-90 16,-7-6-48-16,-1-8-131 15,-6-9-119-15,3-18-144 16,-2-13-62-16,1-13-38 16,2-18-30-1,2-12-10-15,3-13 3 0,8-8 26 16,2-4 75-16,16 5 108 0,5 8 82 31,10 10 96-31,7 7 51 16,8 7 38-16,5 6 31 15,1 3 9-15,0 1 1 16,-5 1-23-16,-9-1-7 16,-9-1 25-16,-9-4 54 15,-8-3 48-15,-5-4 53 16,-5 3 88-16,-1-3 92 15,-2 2 32 1,0 6-21-16,0 4 14 0,0 9 3 16,1 9-32-16,2 13-57 15,0 12-48-15,4 5-54 16,0 11-88-16,-4-5-92 16,-2-4-32-16,1-7-194 15,-1-6-191-15,12-12-361 16,-7-11-630-16,2-13 0 15,3-14 0-15,-2-19 0 32</inkml:trace>
  <inkml:trace contextRef="#ctx0" brushRef="#br0" timeOffset="39981.54">13509 14664 3781 0,'3'-15'130'0,"-3"-2"-19"15,6 0-77 1,1 3-187-16,7 2-627 15,-4 16 0-15,6 4 0 16,2 2 0-16</inkml:trace>
  <inkml:trace contextRef="#ctx0" brushRef="#br0" timeOffset="40313.37">13717 14707 4208 0,'4'-8'195'0,"3"-2"2"16,6-1 1-16,8 0 0 15,7 4-1-15,4 3 1 32,-1 4-2-32,-4 0-3 15,-5 8 1-15,-9 4-177 16,-7 5 10-16,-9 5 37 16,-9 3 51-16,-9 6 40 15,-8 0 30-15,-4 3 13 16,-1 3 11-16,3 0 14 15,11-6 0-15,10 2-5 0,7-5-23 16,11-4-41-16,17-12-103 16,15-2-218-1,9-7-230-15,27-7-361 0,-10-10-579 16,-1-9 0 0,-3-4 0-16,-10-8 0 0</inkml:trace>
  <inkml:trace contextRef="#ctx0" brushRef="#br0" timeOffset="41061.81">14236 14821 4729 0,'0'-3'85'0,"0"2"6"15,4 0 9-15,7-1 3 16,4 2 2-16,7 2-1 16,10-2 2-16,1 0-1 15,-1 0 1-15,-4-3-82 16,-4-4-4-16,-13-1-5 15,-6-4-7-15,-4 0 6 16,-7-1 13-16,-6 2 12 16,-8 4 26-16,-5 3 50 15,-13 3 45-15,-1 3 21 16,1 8 17-16,1 6 23 16,8 4 10-16,13 8-1 15,5 4-11-15,5 2-9 16,12-1-26-16,9-5-50 31,17-3-46-31,17-7-138 16,16-8-176-16,12-6-215 15,4-8-263-15,-5-19-615 16,-15 3 0-16,-11-7 0 16,-12-6 0-16,-11 16 5967 15,-11-4-5124-15,-7-5 136 16,-3 3 73-16,-4 8 23 15,-8-13 14-15,-7 24 140 16,-4 4 204-16,0 9 223 16,-3 6 269-16,4 6-67 15,7 4-139-15,6 5-107 16,7 0-51-16,10-1-4 16,9-6-7-16,10-6-24 15,12-10-44-15,5-5-51 16,-2-12-31-1,-2-10-27-15,-5-8-26 16,-7-9-30-16,-7-10-48 16,-7-12-15-16,-6-2-1 15,-4-3 0-15,-7 5 31 16,-3 8 34-16,0 15 11 16,0 12 0-16,0 10 6 15,-3 9 11-15,-3 10 46 16,-1 12-1-1,-4 9-6-15,5 9 0 0,3 12-30 16,3 5-15-16,0 1 0 16,2-3 12-16,5-3 2 15,4-2-11-15,4-10-24 16,6-6-62-16,7-6-223 16,5-7-377-16,-1-11-657 15</inkml:trace>
  <inkml:trace contextRef="#ctx0" brushRef="#br0" timeOffset="42163.82">16772 14632 2477 0,'0'-4'228'0,"-2"-3"42"0,-5-3 31 15,-4-1 17-15,-8 3 14 16,-5 1 17-16,-11 5 11 16,2 2 15-1,-4 6 32-15,-4 5-123 16,-1 7-38-16,4 8-23 15,7 11-19-15,7 6 12 0,11 1-3 16,7 4-7 0,6-2 16-16,11-3-9 0,13-7-32 15,12-4-46-15,14-10-21 16,8-7-17-16,5-9-15 16,1-5-27-16,-11-8-13 15,-8-2-8-15,-11-5-27 16,-8-2-7-16,-12-3 0 31,-6 6-27-31,-3-2-141 16,-2 4-98-16,-3 4-171 15,1 0-268-15,-1 3-612 16,0-2 0-16,2 2 0 16,0-1 0-1</inkml:trace>
  <inkml:trace contextRef="#ctx0" brushRef="#br0" timeOffset="43042.86">17415 14651 4630 0,'0'-7'139'0,"-8"0"4"15,-5 2 14-15,-8-1 30 16,-3 9 43-16,-6 8 27 15,0 7 21-15,-1 5 27 16,12 9 11-16,4 2-109 16,9 4-5-16,6-5 12 15,12-1-2-15,13-8-31 16,12-4-43-16,12-9-26 16,7-7-21-16,-2-7-27 15,-10-8-11 1,-10-7-18-16,-13-4-8 0,-12-10-14 15,-6-5-13-15,-3 3-51 16,-3-3-67-16,-1 5-102 16,-1 7-111-16,-1 7-252 15,3 2-794-15,-1 10 0 16,2 5 0 0,11-1 0-16</inkml:trace>
  <inkml:trace contextRef="#ctx0" brushRef="#br0" timeOffset="43430.77">17940 14596 5058 0,'0'-4'124'0,"-6"-3"14"16,-1 0 2-1,-10 1 8-15,-4 3-2 16,-8 7 9-1,2 3 7-15,2 6 5 0,6 5 8 16,6 7-101-16,9 2-13 16,5-1-1-16,7 0 1 15,16-3 9-15,7-1 5 16,9 0-1-16,4-5-5 31,0 0 6-31,-9 1-12 0,-13-3 0 0,-5-2 4 16,-13 0 23-16,-5 1 19 15,-12-1-4-15,-3-1-2 32,-8 1-8-32,-4-3-5 15,-2-3-103-15,1-5-144 16,9 0-204-16,8-6-1096 16,8-10 0-16,12-13 0 15,12-7 0-15</inkml:trace>
  <inkml:trace contextRef="#ctx0" brushRef="#br0" timeOffset="43660.28">18407 14466 6098 0,'4'0'181'16,"2"6"38"-16,5 8 0 15,2 12-1-15,-1 10 1 16,2 13 0-16,-10 5-1 15,-1 6 1 1,-1-1 0-16,-4-5-95 0,-1-3-86 16,-1-5-38-16,-3-11-231 15,0-6-309-15,1-13-944 32,-1-9 0-32,2-9 0 15</inkml:trace>
  <inkml:trace contextRef="#ctx0" brushRef="#br0" timeOffset="43813.15">18378 14857 5029 0,'1'-9'113'0,"3"-1"2"0,6 0 0 15,10 0-7-15,5 3-68 16,13 7-185-16,54-5-930 16,-51 1 0-1,-1-3 0-15</inkml:trace>
  <inkml:trace contextRef="#ctx0" brushRef="#br0" timeOffset="44594.74">20330 14604 3512 0,'-13'-7'183'0,"-10"2"30"0,-8 2 25 15,-9-1 28 1,-3 12 10-16,2 10 50 15,-1 10 15-15,5 5 34 16,8 10 25-16,11 6-118 0,7-3-34 16,14 3-6-1,12-6-17-15,12-6-17 16,17-5-5-16,15-11-62 16,11-12-88-16,4-8-144 0,0-9-99 15,-12-9-166-15,-10-4-237 16,-21-12-707-16,-21-1 0 15,-14 1 0 1,-16-3 0-16</inkml:trace>
  <inkml:trace contextRef="#ctx0" brushRef="#br0" timeOffset="45088.28">20038 14394 3708 0,'0'-1'128'15,"2"-2"10"-15,-2 2 26 16,0-2 28-16,0 1 18 16,4 0 4-1,2-4 4-15,9-4 1 16,4-4 1-16,3-4-101 16,0-4-9-16,1-3-6 15,-6-1-13-15,-2 2-4 16,-5 2 24-16,-1 5 8 15,-6 6-13-15,1 4-1 16,0 6-4-16,3 2-7 31,2 9-4-31,2 4-14 0,5 8-7 0,-2 6-22 32,3 7-103-32,-4-2-116 15,5 6-384-15,-3-6-655 16,3-2 0-16,9-13 0 15,10-7 0-15</inkml:trace>
  <inkml:trace contextRef="#ctx0" brushRef="#br0" timeOffset="45642.63">21580 14583 5501 0,'1'-3'154'16,"1"2"7"-16,4 0 61 16,1 3 56-1,5 10 4-15,0 10 0 0,-1 8 0 16,1 12 1-16,-5 3-1 16,-4 1-133-16,1-2-21 15,-4-1-6-15,0-5-62 16,-4-3-169-16,8-9-118 15,-8-6-140 1,4-11-277-16,0-49-723 0,4 23 0 16,0-13 0-16,8-13 0 15</inkml:trace>
  <inkml:trace contextRef="#ctx0" brushRef="#br0" timeOffset="45770.29">21739 14529 3571 0,'0'-7'22'15,"3"-1"-72"-15,9-1-224 16,-3 2-379 0,3 3 0-1,3 4 0-15,0 0 0 16</inkml:trace>
  <inkml:trace contextRef="#ctx0" brushRef="#br0" timeOffset="46208.1">22076 14583 4515 0,'0'-3'169'0,"0"1"6"16,-4 0 2-16,-10-1 7 15,-1 2 8-15,-4 5 8 16,-4 0 7-16,3 5 8 15,7 1 10-15,4 5-144 16,3 2-16-16,4-1 4 16,2 1 2-16,3 1 0 15,8 0 8-15,5 0-6 16,1 2-5 0,10-4 0-16,0 1-8 0,0-2-5 15,-4 1-1-15,-8-2-10 16,-7-3 4-16,-3 0 13 0,-12 0 1 15,-3-1 11 1,-8 0 1-16,-4-2-7 16,-5 2-3-1,-4-3-3-15,4-5-47 16,0 0-118-16,4-2-127 16,6-4-310-16,11-17-812 15,8 3 0 1,13-10 0-16</inkml:trace>
  <inkml:trace contextRef="#ctx0" brushRef="#br0" timeOffset="46412.01">22761 14514 6052 0,'0'-7'214'16,"0"0"2"-16,0-2-6 16,0 1-18-16,0 5-129 15,0 2-113-15,0 6-252 16,23 0-1017-16,-25 11 0 16,-1 4 0-16</inkml:trace>
  <inkml:trace contextRef="#ctx0" brushRef="#br0" timeOffset="46591.1">22806 14809 4823 0,'5'0'173'0,"1"-5"6"0,-2 0-37 16,1 1-130 0,-5 7-378-16,0-6-626 15,-6-1 0-15,-2-5 0 16,-6-3 0-1</inkml:trace>
  <inkml:trace contextRef="#ctx0" brushRef="#br0" timeOffset="48630.38">8695 16173 2511 0,'-1'-4'275'0,"-7"-3"43"16,-1 0 20-16,-12-1 19 15,-5 5 16-15,-7 0 9 16,-3 6 18-16,-2 4 23 15,2 2 17-15,0 11-191 16,5 8-60-16,5 5-32 16,3 7-8-16,9 5-18 15,9-2-9 1,5-3-1-16,8-4-4 16,8-7-7-16,13-8-3 0,8-7-10 15,17-7-17-15,5-5-58 16,0-9-128-1,-9-5-106 1,-10-1-235-16,-19-12-893 16,-10-2 0-16,-11-1 0 15,-12-1 0-15</inkml:trace>
  <inkml:trace contextRef="#ctx0" brushRef="#br0" timeOffset="49155.36">8403 15922 3068 0,'0'-2'189'16,"0"0"14"-16,-3-1 5 15,3 1 8-15,0 0 8 16,0 2 7 0,0-2 8-16,3-1-2 15,5-3 3-15,5-2-147 0,2-5-37 16,11-2-12-16,1-2-4 15,-2-5 4-15,-3 1 11 16,-4-3 11-16,-6 6 12 16,-2 0 49-1,-9 6 29-15,1 2-16 16,1 6-19-16,-1 2-6 16,1 7 20-16,1 6-10 0,4 5-17 31,1 10-12-31,-2 3-13 15,2 3-39-15,5 0-55 16,-5-3-111-16,8 0-268 16,2-39-861-16,4 26 0 0,-4-9 0 15,7-10 0 1</inkml:trace>
  <inkml:trace contextRef="#ctx0" brushRef="#br0" timeOffset="50339.01">9650 16327 4822 0,'0'-2'116'0,"0"-1"-6"16,0 1-4-16,8 1 4 16,11 1 0-16,11 0 2 15,13 0 0-15,10 0 0 16,4 0-26-16,-4 0-176 16,-12 0-132-16,-14 1-173 15,-7-1-162 1,-20 3-349-16,-16 4 0 15,-12 1 0-15,-10 6 0 16</inkml:trace>
  <inkml:trace contextRef="#ctx0" brushRef="#br0" timeOffset="50548.46">9642 16534 2896 0,'0'6'222'16,"0"-2"39"-16,-3 0 12 0,11-1 8 15,14-3 4-15,13-2 3 16,11-3-2-16,16-2 2 31,3 0 2-31,-7-3-150 16,-8 3-118-16,-12 3-208 15,-2-1-341-15,-24 3-436 16,-9 2 0-16,-9 0 0 16,-3-7 0-16</inkml:trace>
  <inkml:trace contextRef="#ctx0" brushRef="#br0" timeOffset="51500.59">10679 16293 3387 0,'0'-12'233'16,"0"6"4"-16,0-3-8 15,0 4 5-15,0 10 14 16,0 15 7-16,-6 14 1 16,-1 9 0-16,4 9 2 15,-4 1-169-15,3-9-60 16,1-7 0-16,1-10 19 15,2-10 80-15,0-11-7 16,-1-7-3-16,2-13 0 16,2-12 1-16,5-17 4 15,3-14-7-15,10-14-13 16,6-11-27 0,6-1-2-16,3 2-86 15,-3 11-11-15,-1 11-11 16,-10 18-14-16,-7 13-22 15,-6 14-9-15,-1 9 25 16,-2 8 26-16,-2 13 48 16,5 14 9-1,-3 11 12-15,2 14 3 0,0 9 15 16,2 4 16-16,-4 3 32 16,0 0 10-16,-3-3-33 15,-1-6-125-15,-2-5-168 16,1-10-374-16,-1-11-672 15,-8-13 0-15,1-15 0 16,-6-12 0-16</inkml:trace>
  <inkml:trace contextRef="#ctx0" brushRef="#br0" timeOffset="51645.21">10813 16456 3350 0,'0'-5'65'0,"6"-3"0"16,12-1 2-16,11 0-4 15,10 3-125-15,18-4-203 32,5-2-391-32,2 6 0 0,-3-1 0 0,-4 0 0 15</inkml:trace>
  <inkml:trace contextRef="#ctx0" brushRef="#br0" timeOffset="51906.87">11364 16322 4196 0,'-11'-9'190'0,"-4"1"17"0,-6 0 18 16,-2 4 28-1,-1 4 18-15,-1 5 7 16,1 12 3-16,6 5 5 16,1 9 2-16,10 3-144 15,4 4-35-15,7-1-3 16,8-1-20-16,9-2-12 15,11-8-36-15,11-4-118 32,12-8-85-32,8-8-204 15,11-10-265-15,-4-8-522 0,-6-11 0 16,-10-10 0-16,-18-12 0 16</inkml:trace>
  <inkml:trace contextRef="#ctx0" brushRef="#br0" timeOffset="52801.66">11713 16195 3817 0,'0'-8'185'16,"0"2"4"-16,0 2 20 16,0 6 25-16,0 10 18 31,2 13 47-31,-2 13 19 16,1 6 11-16,-1 10 1 15,0 2-176-15,-4-1 1 16,-4 0-46-16,0-11-80 15,-2-5-68-15,-2-11-60 16,3-13-70-16,0-11-46 16,1-8-60-16,2-11-10 15,5-9-4-15,-1-7 16 16,7 0 48-16,7-3 62 16,4 4 45-16,8 3 42 15,6 6 24-15,2 5 27 16,-3 3 49-16,-2 5 8 15,-10 2-7-15,-4 4-12 0,-6 2 10 32,-2 5 18-32,0 5 15 15,-4 5 6-15,4 5 5 16,-2 3 8-16,2 2 1 16,3-3 8-16,3-2 8 15,0-5 4-15,5-5-10 16,0-5-19-16,1-7-14 15,5-7-6-15,4-9-7 16,-3-7-3-16,-4-8-3 16,-1-5-3-16,-6 1 18 15,-2 4 16-15,-3 9 0 16,-4 7-4-16,-3 10-1 16,0 6 3-16,0 9 31 15,0 12 32-15,0 8 14 16,0 5 10-16,0 9-20 0,0 1-17 31,3-6-4-15,0-2 18-16,1-7 4 15,9-9 5-15,3-9-42 16,6-6-41-16,4-10-40 0,1-9-36 16,0-7-16-1,-6-3 0-15,-5-7 6 16,-6 3-15-16,-6 1 7 0,-2 3 6 15,-2 8 20-15,0 3 2 16,0 6 11 0,0 5 16-16,0 2 16 0,0 7-10 15,0 3-8-15,0 5 10 16,0 3-1-16,-2 8-15 16,1 1-1-16,-2 1 7 15,3-1 24-15,0-1 7 16,0-3-4-1,0-2 5 1,0-5-12-16,0-4-60 16,0-4-96-16,0-2-82 15,0 1-236-15,3-7-856 16,3 2 0 0,-1-5 0-16,5-3 0 0</inkml:trace>
  <inkml:trace contextRef="#ctx0" brushRef="#br0" timeOffset="53469.28">12402 16377 3303 0,'-3'-5'155'16,"-4"2"5"-16,-2 2 17 15,-5-4 26-15,-2 10 16 16,-4 8 12-16,4 10 15 16,1 6 9-16,1 11 6 15,5 0-129-15,6-2-18 16,3-2-2-16,6-7-12 15,2-8-15-15,11-6-12 16,5-8-13-16,17-7-26 16,-4-8-16-16,3-7-13 15,-4-10-20 1,0-6-19-16,-10-8 0 16,-2-7-1-16,-7 5-3 15,-7 2 27-15,-6 4 29 16,-2 11 37-16,-1 12-8 15,-2 4 8-15,1 5 28 16,0 8 43-16,1 9 13 16,-1 6 17-16,0 9-3 15,2 3-21-15,3 4-12 16,5-6-23-16,2 0-26 16,3-8-155-16,5-4-286 15,10-10-944-15,0-5 0 16,5-3 0-16,-1-11 0 15</inkml:trace>
  <inkml:trace contextRef="#ctx0" brushRef="#br0" timeOffset="53867.78">12816 16516 4080 0,'-4'10'102'16,"1"2"13"-16,0 5 16 15,0 1 16 1,6-3 18-16,0-1 22 15,4-7 10-15,7-4 4 16,3-7 3-16,3-9-83 16,9-9-19-16,-4-13-8 15,-2-13-16-15,-5-15-16 16,-2-10-20-16,-6-11-23 16,-6-7-7-16,-2-1 30 15,-2 7 109-15,0 14 40 16,-2 18 0-16,1 18-17 15,1 18-4-15,-6 15 2 16,3 16 32-16,-1 19 9 31,1 21-1-31,3 17-37 16,3 16-109-16,4 9-44 16,0-5 3-16,7-5 11 15,4-11 5-15,8-11-3 16,2-19-29-16,10-12-228 15,3-12-238-15,13-18-1046 16,-3-9 0-16,-7-9 0 16</inkml:trace>
  <inkml:trace contextRef="#ctx0" brushRef="#br0" timeOffset="54587.99">14532 16183 3824 0,'-12'-10'168'0,"-4"-1"25"16,-14 4 24-16,-7-1 16 16,-8 12 25-1,-5 10 18-15,-4 12 28 16,5 10 20-16,5 14 11 15,9 7-116-15,16 3-29 16,11-3-13-16,8-4-3 16,16-6-8-16,12-7-22 15,13-7-5 1,17-9-56-16,13-9-86 16,8-8-121-16,-4-8-123 15,-8-6-252-15,-14-15-811 16,-15 5 0-16,-16-5 0 15,-14-5 0-15</inkml:trace>
  <inkml:trace contextRef="#ctx0" brushRef="#br0" timeOffset="54988.01">14880 16309 4204 0,'-5'-11'164'0,"-1"3"14"0,0-3 7 16,-7 1 6-16,-2 6 10 15,-5 7 11 1,-1 4 13-16,1 8 10 16,3 7 13-16,1 6-138 15,8 5-4-15,5 3-3 16,6-4 2-16,7-1 4 15,10-5 4 1,4-9-8 0,7-8-2-16,10-4 3 0,-1-11-7 0,-6-5 5 15,-4-6-12 1,-9-6-10-16,-14-9-16 0,-2-2-18 31,-7 0-37-31,-5 3-87 0,-2 9-113 16,6 5-211-16,1 8-280 15,-1 6-552-15,6 0 0 0,5 3 0 32</inkml:trace>
  <inkml:trace contextRef="#ctx0" brushRef="#br0" timeOffset="55354.34">15273 16218 4575 0,'-8'-7'133'16,"-1"0"7"-16,-6 0 7 16,-4 1 5-16,-7 6 6 15,6 6 0-15,-2 5 2 16,8 3 2-16,6 2 2 16,3 8-120-16,6-3-5 15,11 2 7-15,3 1 10 16,9-4 10-16,11-2 7 31,4 0 8-31,-2-2-3 0,-3-3 5 0,-11-1 6 16,-8-2 11-16,-9 1 26 15,-6-1 12-15,-6 2 6 32,-12-2-14-32,-2 1-9 15,-7 2-44-15,-5-4-97 16,4-3-108-16,5-3-181 15,12-3-349-15,7-9-607 16,8-10 0-16,15-17 0 16</inkml:trace>
  <inkml:trace contextRef="#ctx0" brushRef="#br0" timeOffset="55618.95">15697 16062 5459 0,'0'-2'200'15,"3"2"86"-15,-1 6-1 16,2 8 1-16,-1 12-1 16,4 15 1-16,-4 7-1 15,4 7 1 1,-4 4-1-16,0 0-123 0,1-2-76 31,-1-5-86-31,-1-6 0 0,1-10 0 16,-3-11-6-16,2-5-225 15,-1-9-282-15,4-10-975 16,3-6 0-16,-5-9 0 16,-1-9 0-16</inkml:trace>
  <inkml:trace contextRef="#ctx0" brushRef="#br0" timeOffset="55804.8">15694 16459 3573 0,'-4'-11'252'0,"1"-1"18"15,1 1-4 1,7-2 6-16,13 6 0 0,9 4 1 15,12 2 2 1,8-2-1-16,0 0 4 0,-6 2-227 16,-4-2-166-16,-6 0-338 15,-8-4-644-15,-5-1 0 16,1-3 0-16,-3-3 0 16</inkml:trace>
  <inkml:trace contextRef="#ctx0" brushRef="#br0" timeOffset="56916.86">16981 16348 3052 0,'-3'2'241'0,"0"-4"32"16,2 2 16-16,-1 0 24 16,17 0 46-16,15-3 21 15,19 3 18-15,26-2 8 16,23-3 4-16,13 0-165 16,7-2-62-16,-10-1-28 15,-18 1-7-15,-24 1-10 16,-28-1-28-16,-20 2-20 15,-12-2-18 1,-11 0-87-16,-9 3-139 0,-10 1-209 31,-1-1-321-31,-14 2-525 0,-1 2 0 0,-1-4 0 16,0-3 0 0</inkml:trace>
  <inkml:trace contextRef="#ctx0" brushRef="#br0" timeOffset="57209.31">17359 16039 4192 0,'-2'-7'233'0,"-2"0"6"0,4 2 41 16,0 2 117-16,0 14 22 15,-3 14 0-15,-1 16 0 31,-6 16 1-31,0 18-1 16,-4 5-193-16,5 8-39 16,3-2-8-16,3-4-40 0,3-11-116 15,0-11-23 1,0-10-37-16,0-11-249 16,12-10-391-16,1-15-761 0,1-10 0 15,0-21 0 1,4-18 0-16</inkml:trace>
  <inkml:trace contextRef="#ctx0" brushRef="#br0" timeOffset="57850.9">19052 16098 4362 0,'0'-9'228'0,"0"3"12"0,-3-1 13 16,-10 2 43-16,-10 10 44 31,-11 11 27-31,-12 12 31 0,-8 8 2 0,-3 14 0 16,3 6-171 15,-2 1-56-31,-1 0-13 16,6-2-14-16,6-6-42 15,4-7-44-15,13-6-85 0,12-8-221 16,9-5-187-1,37-10-1057-15,-15-8 0 16,8-13 0-16,4-13 0 16</inkml:trace>
  <inkml:trace contextRef="#ctx0" brushRef="#br0" timeOffset="58410.37">18905 16137 4064 0,'1'-7'151'16,"1"1"-3"-16,2 2 4 15,3 1 11-15,7 10 24 16,6 9 23-16,7 7 34 16,14 8 41-16,-1 5 8 15,10 2-117-15,4-1 23 16,5 1 6-16,-2-5 2 15,0 0-7-15,-6-4-25 16,-10-4-14-16,-9-5-35 16,-10-5-39-1,-11-7-1-15,-5-1-27 16,-4-4-29-16,-2 0 11 16,0 0-6-16,0-2 2 15,0-1 1-15,0 3 0 16,0-3 0-16,-2 0 0 15,-3 1-1 1,-1-1-1-16,-8 2 4 0,-6-1-7 16,-6 2 1-16,-10 1-7 15,-10 2 0 1,-7-1-9-16,-15 3 0 0,-3 1 1 31,-7-1-9-31,3 3 2 16,1 3-5-16,0-1-7 15,8-1 0-15,4-2 0 16,5 1-15-16,13-3-155 16,14 1-135-16,15-2-321 15,15-5-789-15,23-2 0 16,16-8 0-16</inkml:trace>
  <inkml:trace contextRef="#ctx0" brushRef="#br0" timeOffset="59032.22">20100 16140 3128 0,'-15'-9'194'16,"-7"-1"32"-16,-8 1 25 16,-7 0 26-16,0 7 32 15,-3 4 22-15,3 10 57 16,-1 6 45-16,4 8 29 16,5 14-128-16,8 6-19 15,6 7-20 1,9 1-25-16,10 2-26 0,17-3-31 15,19-5-24-15,14-6-55 32,18-6-46-32,12-11-29 15,8-11-20-15,-5-9-27 16,-5-10-12-16,-9-12 0 0,-13-11 0 16,-17-6 0-1,-12-15 0-15,-14-9 0 0,-11-2 0 16,-12 2 0-16,-11 4-8 15,-8 8-86-15,-7 8-104 16,-5 12-85-16,-3 12-188 16,10 1-300-16,-3 10-502 15,6 2 0-15,5 0 0 16,8-2 0-16</inkml:trace>
  <inkml:trace contextRef="#ctx0" brushRef="#br0" timeOffset="59313.27">20405 15909 5584 0,'-5'1'152'0,"-12"10"104"0,-7 14 10 16,-11 20-1-16,-7 19 1 15,-8 25-1 1,-2 11 1-16,0 6-1 0,6 0 1 16,5-4-49-16,2-15-266 15,20-8-634-15,-8-17-784 16,4-21 0-16,2-22 0 16,1-18 0-1</inkml:trace>
  <inkml:trace contextRef="#ctx0" brushRef="#br0" timeOffset="62109.24">10142 17627 5015 0,'-3'0'153'16,"3"-3"16"-16,0 3 0 15,-3-1-5-15,3-2-3 16,3 3 3 0,3 0 1-16,13 0 8 0,5 0-2 15,9 0-101-15,5 0-46 16,-3 0-21-16,-8 0-52 16,-6 0-70-16,-9 0-122 15,-2 0-181-15,-2 0-225 16,-7 4-377-16,-5 3 0 15,-10 6 0-15,-7 2 0 16</inkml:trace>
  <inkml:trace contextRef="#ctx0" brushRef="#br0" timeOffset="62290">10035 17837 3552 0,'-3'3'168'31,"3"-2"23"-31,-3 2 29 0,9-2 20 16,18 1 5-16,18-8 3 15,18 1 2-15,16-8 0 16,11-1 4 0,-12-3-162-16,-13 5-202 0,-11 1-370 15,-24 8-544-15,-15-2 0 16,-11 0 0-16</inkml:trace>
  <inkml:trace contextRef="#ctx0" brushRef="#br0" timeOffset="63430.19">11725 17260 3786 0,'-9'-5'156'0,"-8"-1"25"16,-7 3 16-16,-9 5 13 16,-4 12 13-16,-1 12 6 15,-1 12 5-15,9 9 6 16,7 9 3-16,7 1-121 15,13-2-28-15,0-2-21 16,9-5-13-16,10-6-5 16,4-9-30-1,10-5-61-15,15-11-117 16,6-10-173-16,13-10-220 16,-4-7-467-16,-6-9 0 15,-9-6 0-15,-15 0 0 16</inkml:trace>
  <inkml:trace contextRef="#ctx0" brushRef="#br0" timeOffset="63941.71">11874 17490 1710 0,'0'-11'222'15,"1"-5"39"-15,-1-5 22 16,7 1 11 0,0-3 8-16,9 8 6 15,11 1 18-15,1 3 7 16,4 4 19-16,1 6-162 0,-5 2-23 15,-4 12-24 1,-1 8-10-16,-9 8-5 16,-4 4 2-16,-7 2 0 15,0-1-9-15,-3-3 3 16,0-6 29-16,0-7 31 16,0-7 26-16,0-7-7 15,0-2-4-15,-3-9 3 16,0-8-10-16,3-8-2 15,-2-10-5-15,7-11-18 16,6-1-44-16,6 3-53 16,2 2-59-16,8 10-8 15,-3 4-16-15,-3 10-22 16,-4 6-6-16,2 6-6 16,-7 7 3-16,0 8 25 15,-3 8 21-15,-4 8 18 16,-2 9 21-1,-3 6 7 1,0 2 14-16,0-1 16 16,1 1 4-16,2-3 3 15,3-5-39-15,5-7-194 16,2-5-199-16,16-9-380 16,4-8-631-16,9-7 0 15,6-11 0-15,5-7 0 16</inkml:trace>
  <inkml:trace contextRef="#ctx0" brushRef="#br0" timeOffset="64136.93">12762 17506 4482 0,'4'-2'54'16,"6"-1"6"-16,11-1 4 0,8 1 4 15,9 1 1-15,8 2 3 16,-4 0 3-1,-3 0-13-15,-9-2-84 16,-9 2-219-16,15-9-707 16,-31 7 0-16,-8-3 0 15,-11-2 0-15</inkml:trace>
  <inkml:trace contextRef="#ctx0" brushRef="#br0" timeOffset="64362.12">12824 17374 4096 0,'-1'-4'154'0,"-3"1"20"16,3 2 43 0,-4 7 69-16,4 8 37 15,-2 11 23-15,0 5 15 16,3 8 4-16,-3-1 11 16,3 1-143-16,0-1-41 15,3-4-165-15,4-5-231 16,28-7-460-1,-6-10-592-15,4-8 0 0,13-10 0 16,3-12 0-16</inkml:trace>
  <inkml:trace contextRef="#ctx0" brushRef="#br0" timeOffset="64602.72">13312 17306 5548 0,'0'-7'167'15,"-2"2"10"-15,2 1 97 16,0 6 5-16,5 12 1 16,-5 15 0-16,1 5 0 15,1 8 0-15,-2 5 0 16,-2-1-156 0,4-2-12-16,-2-1-9 15,0-5-96-15,0-1-224 16,7-5-245-16,10-19-1040 15,11-4 0-15,9-7 0 16,15-20 0-16</inkml:trace>
  <inkml:trace contextRef="#ctx0" brushRef="#br0" timeOffset="64895.57">13846 17168 5565 0,'3'-12'69'16,"4"1"5"0,6 4 14-16,9 3 44 15,4 15 70-15,7 17 66 16,6 11 0-16,3 9 0 16,-1 12 0-16,-4 6-54 15,-8 2-15-15,-11 0-4 16,-11 2-16-16,-11 0-43 15,-8-3-70-15,-9-4-98 16,-11-4-247-16,-1-6-419 16,-13-13-738-16,-9-16 0 0,2-13 0 31,-4-17 0-31</inkml:trace>
  <inkml:trace contextRef="#ctx0" brushRef="#br0" timeOffset="66037.64">15246 17676 4104 0,'0'-2'171'0,"0"2"8"15,1-1 12-15,13 0 10 16,12 2 9-16,12-1 5 16,17-1 12-16,14-2-1 31,3 0 8-31,-4-1-136 15,-6-3-27-15,-14 3-5 16,-14-2-2-16,-15 1-36 16,-12 1-74-16,-10 1-134 15,-9 1-205-15,1-5-749 16,-14 6 0-16,-5-2 0 16,-3-1 0-16</inkml:trace>
  <inkml:trace contextRef="#ctx0" brushRef="#br0" timeOffset="66325.25">15497 17442 3067 0,'3'-9'286'16,"-3"-2"61"-16,3 0 35 0,1-1 3 15,-4 8 92 1,2 8 55-16,-2 12 1 15,1 7 0-15,1 13-1 16,-2 10-202 0,3 4-83-16,0 4-62 0,0-2-35 15,3-4-2-15,-3 1-91 16,0-5-190-16,5-6-183 16,2-2-354-16,-2-9-744 15,2-13 0-15,-4-6 0 16,2-12 0-16</inkml:trace>
  <inkml:trace contextRef="#ctx0" brushRef="#br0" timeOffset="67841.53">16864 17324 3365 0,'-4'-11'188'16,"-3"0"16"-16,-2-1 11 16,-9 2 25-16,-3 6 16 15,-14 9 19-15,-2 13 16 16,-2 12 35-16,3 10 17 15,4 13-119-15,6 4-15 16,16 4-6 0,5-3-6-16,14-1-11 0,15-7-10 15,13-3-6-15,8-9-26 16,15-5-152 0,5-12-151-16,7-9-250 15,2-12-267-15,-9-5-516 16,-10-13 0-16,-13-10 0 15</inkml:trace>
  <inkml:trace contextRef="#ctx0" brushRef="#br0" timeOffset="68396.32">17168 17477 2931 0,'0'-12'160'0,"4"-4"14"15,2-2 10 1,7 2 3-16,1 3 2 0,8 6 3 15,2 4 1-15,0 3 5 16,0 3 15-16,-4 3-96 16,-7 6-20-16,-5 2 15 31,-4 7 12-31,-8 4 15 16,-4 0 36-16,-8 1 30 15,-3 2 37 1,-8 0 34-16,-1 1 17 15,-3 0 1-15,1-1-14 16,6 1-28-16,8-2-23 0,5-2-17 0,7-3-39 16,4-4-32-16,7-3-38 31,14-5-40-31,6-3-31 16,10-4-21-16,9-2-11 15,2-1 0-15,2-3 0 16,-8-1 0-1,-4 0 0-15,-9 1 0 0,-12-1 0 16,-7-2 0-16,-6 4 0 16,-2 0 0-16,-2 1 0 15,1-1 0-15,-1 2 0 16,0 0 0 0,0 0 0-16,0 0 0 15,0 0 0-15,0 0 0 16,0 0 0-16,0 0 0 0,0 0 0 15,0 0-88 1,0 0-139-16,0 2-129 16,7 1-339-16,-4-2-670 15,7-1 0-15,2-8 0 16</inkml:trace>
  <inkml:trace contextRef="#ctx0" brushRef="#br0" timeOffset="68829.64">18009 17587 5569 0,'2'0'78'15,"4"0"4"-15,5 0 19 16,6 0 19-16,12 0 42 0,12 0 27 16,8 1 12-16,8 1 14 15,4-1 19 1,-8 0-63-16,-10-1 7 15,-10 0 2 1,-10-1-12-16,-10 1-19 16,-7 0-42-16,-2 0-27 0,-4-1-12 15,0-1-48-15,0 2-167 16,0 0-132-16,0 0-223 16,25-2-926-16,-25 2 0 15,0-2 0-15,3 1 0 16</inkml:trace>
  <inkml:trace contextRef="#ctx0" brushRef="#br0" timeOffset="69430.3">18720 17490 4726 0,'0'-7'126'16,"0"-2"4"-16,0-3 2 16,6-3-2-16,5 4-1 15,8 1 1-15,9-1 0 16,9 4 0-16,-4 3 1 15,2 4-110-15,-5 7-11 16,-2 8 0 0,-8 3 2-16,-4 7 7 15,-2 4 9-15,-8 3 8 16,-3-1 13-16,-3-5 26 16,0-4 35-16,0-4 75 0,0-9 37 31,0-5-4-31,-2-6-5 15,1-5-5-15,1-8-8 16,0-4-8-16,3-11-13 16,10-7-42-16,2-1-40 15,6 4-82-15,8 3-43 16,-5 8-5-16,-3 7-3 16,0 7-11-16,-9 6-1 0,2 4 2 15,-8 10-2-15,-3 5 17 16,0 6 9-1,-3 7 11-15,3 2 4 0,2-1 12 16,3 2 1-16,6-4 20 16,2-3 4-16,3-2-187 15,2-5-178-15,13-8-368 16,-4-4-626-16,5-5 0 31,1-11 0-31</inkml:trace>
  <inkml:trace contextRef="#ctx0" brushRef="#br0" timeOffset="69733.78">19671 17271 3708 0,'12'-12'184'15,"4"-2"23"-15,7 0 13 16,6 3 21-16,0 10 46 15,-5 12 68 1,0 11 68-16,-2 9 40 16,-1 10 0-16,-3 7-145 15,-4 6-40-15,-5 1-22 16,-8 2-13-16,-11 2-21 16,-11-2-47-1,-8 1-67-15,-10-4-68 16,-5-4-40-16,1-8-181 15,-2-5-214-15,25-14-1128 16,-28-8 0-16,-9-10 0 16</inkml:trace>
  <inkml:trace contextRef="#ctx0" brushRef="#br0" timeOffset="70820.87">10416 18635 4780 0,'0'0'68'0,"0"0"-3"15,10-1 1-15,13 0 2 16,16-3 1-16,17 1 1 16,16-4 0-16,5 3 1 15,1-1-4-15,-12 4-102 16,-10 2-123-16,-17 4-186 16,-8-3-627-16,-32 15 0 15,-20 5 0-15,-20 6 0 16</inkml:trace>
  <inkml:trace contextRef="#ctx0" brushRef="#br0" timeOffset="70990.58">10459 18910 4068 0,'-6'-1'158'0,"0"1"13"0,3 0 0 32,8-3 1-32,17 2 0 0,14-6-2 15,15 0 3 1,14-1-3-16,5-1-47 0,-3 2-267 15,2 3-220-15,-2-7-644 16,-4 7 0-16,-5-3 0 16</inkml:trace>
  <inkml:trace contextRef="#ctx0" brushRef="#br0" timeOffset="71591.25">11750 18356 4046 0,'3'-8'65'0,"2"-2"-1"16,6 2 1 0,11-5 3-16,7 5 2 0,7 2 4 15,5 2 9-15,-1 1 6 16,-5 6 10 0,-7 4-49-16,-9 8 8 0,-9 6 17 15,-10 10 10-15,-13 6 2 31,-7 6 7-15,-6-2 1-16,-2-1-3 0,-5-9 7 16,6-9-6-16,4-7 2 15,11-8-9-15,0-6-14 0,8-3-14 16,4-5-8-16,6-4-9 16,11-3-7-16,11-2-3 15,5 3-13 1,7 4-1-1,7 5-10-15,-3 7-1 16,1 7 10-16,-6 8 38 16,-7 5 35-16,-7 6 24 0,-8 5 49 15,-8-1 22-15,-9-4 26 16,-9 2 1-16,-11-5-1 16,-12-2-5-16,-11-5-75 15,-16-5-221-15,-12-6-304 16,-10-23-1037-16,-7 10 0 15,-3-12 0-15,1-9 0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26BEB-4E6D-4FAC-A0DC-1A61523C69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BC325C-F355-4DA4-8D3A-E00F5264E0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982829-7707-4F8C-BB55-B46C3DF4843C}"/>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873EE4A1-4DE8-42DD-8C04-64A1993418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2953C8-F61A-4446-92E6-19779F05ED68}"/>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2000538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F7869-4E2A-49B8-AC5E-9C742CE772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02C2A7-35DF-498E-B019-EE08036BCF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0FDC0C-93CF-49F4-82A7-DC38F5EE7045}"/>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59416273-87B1-42E7-A494-E83F6811D3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1820DA-4465-41F5-BA72-B491E765D48D}"/>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15407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BDD54-D30A-4AE9-BB90-39A01D953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E3F27B-04A5-40FB-8752-CA07F583D9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49C28-5490-47C1-8F22-C3103CC84381}"/>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38B308DB-5611-445D-8235-6DA43FD19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B9B43-3126-43C5-A9F6-77AC68B23015}"/>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1393497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C72AC-34D7-4FA5-A8C4-EB82C2BD43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A48FBD-36CE-4A74-A947-9D341A2905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86CBD4-F6E6-4293-8E45-44D43FA823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4CBF3B-4CB4-4A25-A4B6-CD662D839FA1}"/>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6" name="Footer Placeholder 5">
            <a:extLst>
              <a:ext uri="{FF2B5EF4-FFF2-40B4-BE49-F238E27FC236}">
                <a16:creationId xmlns:a16="http://schemas.microsoft.com/office/drawing/2014/main" id="{3EF405BC-A9FE-4527-B05E-1749CAEAEC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DC62B1-1E14-42DF-83E5-0AE7AD2F2D00}"/>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227672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9287-0606-410A-8D46-04826C88C8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A14D13-B6BB-4DA5-9DC8-D81E0E1E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19BC67-0000-4EFD-9941-703E27E1EA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F5F81F-7C5F-4C89-8395-92F36F3D86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445FA-2FBC-4EC7-A212-C59AA69726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543BCC-B6FB-4BF6-AB76-30B51BAB11F7}"/>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8" name="Footer Placeholder 7">
            <a:extLst>
              <a:ext uri="{FF2B5EF4-FFF2-40B4-BE49-F238E27FC236}">
                <a16:creationId xmlns:a16="http://schemas.microsoft.com/office/drawing/2014/main" id="{D02B6A7B-C115-4ADB-B48A-7A1F6B2228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C8C99E-6C7F-4C1B-94F0-45AA72AF123B}"/>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1022115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161A4-2AD9-4B0F-A993-6F7B770E1D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93EBE7-AC3E-4CE6-97E2-CE6D7F3CB407}"/>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4" name="Footer Placeholder 3">
            <a:extLst>
              <a:ext uri="{FF2B5EF4-FFF2-40B4-BE49-F238E27FC236}">
                <a16:creationId xmlns:a16="http://schemas.microsoft.com/office/drawing/2014/main" id="{6D09BCBB-0641-4D0A-9487-F259A9F19FB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4739B6-E17B-491A-9ACA-725CEA20321C}"/>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2150231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988FC7-7FB8-40B1-8E02-019D23BAA410}"/>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3" name="Footer Placeholder 2">
            <a:extLst>
              <a:ext uri="{FF2B5EF4-FFF2-40B4-BE49-F238E27FC236}">
                <a16:creationId xmlns:a16="http://schemas.microsoft.com/office/drawing/2014/main" id="{DEFDC956-97AD-4EDF-97B4-0B3D3CA40B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82635C3-3406-4C22-8FAA-C5EA1D10836D}"/>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311575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01F4-A387-470D-9CC9-551A9C7C95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4906E2B-0569-4167-93E4-2648AF984C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17F95B-124D-4186-89C0-96193D84AE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3ADBD-F512-49AC-ADBA-1BC8B7BD92EF}"/>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6" name="Footer Placeholder 5">
            <a:extLst>
              <a:ext uri="{FF2B5EF4-FFF2-40B4-BE49-F238E27FC236}">
                <a16:creationId xmlns:a16="http://schemas.microsoft.com/office/drawing/2014/main" id="{380F064B-7BF7-420C-B6D5-8B3806FA6D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A5DDF4-0F69-4F01-99D0-A8D8693A2D66}"/>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2170587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D9EC-6D29-4E18-9732-A10BCB74F3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4316FF-D902-4649-80A2-9E68D5D18E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BAFE3D0-85F6-451F-A471-778204CDC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8A5CFF-5DED-4B7C-AA58-EC18D29BE4B0}"/>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6" name="Footer Placeholder 5">
            <a:extLst>
              <a:ext uri="{FF2B5EF4-FFF2-40B4-BE49-F238E27FC236}">
                <a16:creationId xmlns:a16="http://schemas.microsoft.com/office/drawing/2014/main" id="{5C39D812-9CA0-4430-B4FE-04B5FA7048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C2DF04-8298-4968-81F5-92D775CFA6E0}"/>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2938330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4495-AB17-4971-B364-432B048E08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E11FE-5840-4D99-AFE8-FFEEBDF4ED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C2336-6356-41DA-8E58-9087A418B533}"/>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B9812876-A05C-4F38-A97E-C765865F6A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033D21-C03D-4539-8897-B6E98447BA49}"/>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1780337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C46836-AF26-4521-AC47-D56576084A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B50A58-59A5-4EFE-96B6-1AEB6CAE42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1426CD-A81B-424A-AE49-569AFEFE7723}"/>
              </a:ext>
            </a:extLst>
          </p:cNvPr>
          <p:cNvSpPr>
            <a:spLocks noGrp="1"/>
          </p:cNvSpPr>
          <p:nvPr>
            <p:ph type="dt" sz="half" idx="10"/>
          </p:nvPr>
        </p:nvSpPr>
        <p:spPr/>
        <p:txBody>
          <a:body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59264BCA-D138-4454-8BBE-C5C228627C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057E44-AB2C-400D-8B07-2E9E89DBA101}"/>
              </a:ext>
            </a:extLst>
          </p:cNvPr>
          <p:cNvSpPr>
            <a:spLocks noGrp="1"/>
          </p:cNvSpPr>
          <p:nvPr>
            <p:ph type="sldNum" sz="quarter" idx="12"/>
          </p:nvPr>
        </p:nvSpPr>
        <p:spPr/>
        <p:txBody>
          <a:bodyPr/>
          <a:lstStyle/>
          <a:p>
            <a:fld id="{D2B437AF-788A-4275-AB2C-C39464EDDBBA}" type="slidenum">
              <a:rPr lang="en-IN" smtClean="0"/>
              <a:t>‹#›</a:t>
            </a:fld>
            <a:endParaRPr lang="en-IN"/>
          </a:p>
        </p:txBody>
      </p:sp>
    </p:spTree>
    <p:extLst>
      <p:ext uri="{BB962C8B-B14F-4D97-AF65-F5344CB8AC3E}">
        <p14:creationId xmlns:p14="http://schemas.microsoft.com/office/powerpoint/2010/main" val="128717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D5B66C-3742-415B-8AEC-20CB6F2277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11BAB1-8805-4EEC-91DA-E06375053C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299FF0-646D-4831-AB71-162708114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CCCB41-95D0-4364-83D3-9BD392F2AEA2}" type="datetimeFigureOut">
              <a:rPr lang="en-IN" smtClean="0"/>
              <a:t>28-08-2024</a:t>
            </a:fld>
            <a:endParaRPr lang="en-IN"/>
          </a:p>
        </p:txBody>
      </p:sp>
      <p:sp>
        <p:nvSpPr>
          <p:cNvPr id="5" name="Footer Placeholder 4">
            <a:extLst>
              <a:ext uri="{FF2B5EF4-FFF2-40B4-BE49-F238E27FC236}">
                <a16:creationId xmlns:a16="http://schemas.microsoft.com/office/drawing/2014/main" id="{1475A5FC-E652-4D11-8788-9B4C8E5579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07C5328-D801-4BE7-984C-97EC2D7738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437AF-788A-4275-AB2C-C39464EDDBBA}" type="slidenum">
              <a:rPr lang="en-IN" smtClean="0"/>
              <a:t>‹#›</a:t>
            </a:fld>
            <a:endParaRPr lang="en-IN"/>
          </a:p>
        </p:txBody>
      </p:sp>
    </p:spTree>
    <p:extLst>
      <p:ext uri="{BB962C8B-B14F-4D97-AF65-F5344CB8AC3E}">
        <p14:creationId xmlns:p14="http://schemas.microsoft.com/office/powerpoint/2010/main" val="3600246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00FCA-DD34-469B-92D1-C087848DD37B}"/>
              </a:ext>
            </a:extLst>
          </p:cNvPr>
          <p:cNvSpPr>
            <a:spLocks noGrp="1"/>
          </p:cNvSpPr>
          <p:nvPr>
            <p:ph type="ctrTitle"/>
          </p:nvPr>
        </p:nvSpPr>
        <p:spPr/>
        <p:txBody>
          <a:bodyPr/>
          <a:lstStyle/>
          <a:p>
            <a:r>
              <a:rPr lang="en-US" dirty="0"/>
              <a:t>Amortized analysis</a:t>
            </a:r>
            <a:endParaRPr lang="en-IN" dirty="0"/>
          </a:p>
        </p:txBody>
      </p:sp>
      <p:sp>
        <p:nvSpPr>
          <p:cNvPr id="3" name="Subtitle 2">
            <a:extLst>
              <a:ext uri="{FF2B5EF4-FFF2-40B4-BE49-F238E27FC236}">
                <a16:creationId xmlns:a16="http://schemas.microsoft.com/office/drawing/2014/main" id="{AF295029-26FE-40B9-BFA1-37E5B17D695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97991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D4748-D795-4ADF-A775-8FF305A4C6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DFDAA7-F2BF-4AAC-8D33-09CEC2F361A6}"/>
              </a:ext>
            </a:extLst>
          </p:cNvPr>
          <p:cNvSpPr>
            <a:spLocks noGrp="1"/>
          </p:cNvSpPr>
          <p:nvPr>
            <p:ph idx="1"/>
          </p:nvPr>
        </p:nvSpPr>
        <p:spPr/>
        <p:txBody>
          <a:bodyPr/>
          <a:lstStyle/>
          <a:p>
            <a:pPr algn="just"/>
            <a:r>
              <a:rPr lang="en-US" dirty="0"/>
              <a:t>Amortized analysis is a technique used in algorithm analysis to average the cost of operations over a sequence of operations, providing a more realistic estimate of the average time complexity than worst-case analysis. </a:t>
            </a:r>
          </a:p>
          <a:p>
            <a:pPr algn="just"/>
            <a:r>
              <a:rPr lang="en-US" dirty="0"/>
              <a:t>One of the popular methods used in amortized analysis is the </a:t>
            </a:r>
            <a:r>
              <a:rPr lang="en-US" b="1" dirty="0"/>
              <a:t>Potential Method</a:t>
            </a:r>
            <a:r>
              <a:rPr lang="en-US" dirty="0"/>
              <a:t>. This method involves assigning a potential (or energy) to the data structure and analyzing how this potential changes over time as operations are performed. </a:t>
            </a:r>
          </a:p>
          <a:p>
            <a:pPr algn="just"/>
            <a:r>
              <a:rPr lang="en-US" dirty="0"/>
              <a:t>The amortized cost of an operation is then determined by considering both the actual cost of the operation and change in potential.</a:t>
            </a:r>
            <a:endParaRPr lang="en-IN" dirty="0"/>
          </a:p>
        </p:txBody>
      </p:sp>
    </p:spTree>
    <p:extLst>
      <p:ext uri="{BB962C8B-B14F-4D97-AF65-F5344CB8AC3E}">
        <p14:creationId xmlns:p14="http://schemas.microsoft.com/office/powerpoint/2010/main" val="874240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5614C-9851-40FF-8CE7-C8DC4E059E7F}"/>
              </a:ext>
            </a:extLst>
          </p:cNvPr>
          <p:cNvSpPr>
            <a:spLocks noGrp="1"/>
          </p:cNvSpPr>
          <p:nvPr>
            <p:ph type="title"/>
          </p:nvPr>
        </p:nvSpPr>
        <p:spPr/>
        <p:txBody>
          <a:bodyPr/>
          <a:lstStyle/>
          <a:p>
            <a:r>
              <a:rPr lang="en-US" dirty="0"/>
              <a:t>Key Concepts in the Potential Method</a:t>
            </a:r>
            <a:endParaRPr lang="en-IN" dirty="0"/>
          </a:p>
        </p:txBody>
      </p:sp>
      <p:sp>
        <p:nvSpPr>
          <p:cNvPr id="3" name="Content Placeholder 2">
            <a:extLst>
              <a:ext uri="{FF2B5EF4-FFF2-40B4-BE49-F238E27FC236}">
                <a16:creationId xmlns:a16="http://schemas.microsoft.com/office/drawing/2014/main" id="{A1531048-0B9E-420C-B5A8-AA78222ACD7A}"/>
              </a:ext>
            </a:extLst>
          </p:cNvPr>
          <p:cNvSpPr>
            <a:spLocks noGrp="1"/>
          </p:cNvSpPr>
          <p:nvPr>
            <p:ph idx="1"/>
          </p:nvPr>
        </p:nvSpPr>
        <p:spPr/>
        <p:txBody>
          <a:bodyPr>
            <a:normAutofit/>
          </a:bodyPr>
          <a:lstStyle/>
          <a:p>
            <a:pPr algn="just"/>
            <a:r>
              <a:rPr lang="en-US" b="1" dirty="0"/>
              <a:t>Potential Function (Φ)</a:t>
            </a:r>
            <a:r>
              <a:rPr lang="en-US" dirty="0"/>
              <a:t>:</a:t>
            </a:r>
            <a:br>
              <a:rPr lang="en-US" dirty="0"/>
            </a:br>
            <a:r>
              <a:rPr lang="en-US" dirty="0"/>
              <a:t>The potential function Φ is a non-negative function that maps the state of the data structure to a real number. It represents the "stored energy" of the data structure. The choice of potential function is critical and is usually based on the structure and operations of the algorithm being analyzed.</a:t>
            </a:r>
          </a:p>
          <a:p>
            <a:r>
              <a:rPr lang="en-IN" b="1" dirty="0"/>
              <a:t>Amortized Cost</a:t>
            </a:r>
            <a:r>
              <a:rPr lang="en-IN" dirty="0"/>
              <a:t>:</a:t>
            </a:r>
            <a:endParaRPr lang="en-US" dirty="0"/>
          </a:p>
          <a:p>
            <a:pPr algn="just"/>
            <a:r>
              <a:rPr lang="en-US" dirty="0"/>
              <a:t>The amortized cost of an operation is the sum of the actual cost of the operation and the change in potential due to the operation. Formally, the amortized cost ​       of the </a:t>
            </a:r>
            <a:r>
              <a:rPr lang="en-US" dirty="0" err="1"/>
              <a:t>i</a:t>
            </a:r>
            <a:r>
              <a:rPr lang="en-US" baseline="30000" dirty="0" err="1"/>
              <a:t>th</a:t>
            </a:r>
            <a:r>
              <a:rPr lang="en-US" dirty="0"/>
              <a:t> operation is defined as: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B792B35-893F-4427-9D9A-F3CFCB152716}"/>
                  </a:ext>
                </a:extLst>
              </p14:cNvPr>
              <p14:cNvContentPartPr/>
              <p14:nvPr/>
            </p14:nvContentPartPr>
            <p14:xfrm>
              <a:off x="5437800" y="5526000"/>
              <a:ext cx="264600" cy="421200"/>
            </p14:xfrm>
          </p:contentPart>
        </mc:Choice>
        <mc:Fallback xmlns="">
          <p:pic>
            <p:nvPicPr>
              <p:cNvPr id="4" name="Ink 3">
                <a:extLst>
                  <a:ext uri="{FF2B5EF4-FFF2-40B4-BE49-F238E27FC236}">
                    <a16:creationId xmlns:a16="http://schemas.microsoft.com/office/drawing/2014/main" id="{0B792B35-893F-4427-9D9A-F3CFCB152716}"/>
                  </a:ext>
                </a:extLst>
              </p:cNvPr>
              <p:cNvPicPr/>
              <p:nvPr/>
            </p:nvPicPr>
            <p:blipFill>
              <a:blip r:embed="rId3"/>
              <a:stretch>
                <a:fillRect/>
              </a:stretch>
            </p:blipFill>
            <p:spPr>
              <a:xfrm>
                <a:off x="5428440" y="5516640"/>
                <a:ext cx="28332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63516CB-9E6D-4744-B9E4-0D02558FE9CF}"/>
                  </a:ext>
                </a:extLst>
              </p14:cNvPr>
              <p14:cNvContentPartPr/>
              <p14:nvPr/>
            </p14:nvContentPartPr>
            <p14:xfrm>
              <a:off x="3027240" y="5964840"/>
              <a:ext cx="611640" cy="399960"/>
            </p14:xfrm>
          </p:contentPart>
        </mc:Choice>
        <mc:Fallback xmlns="">
          <p:pic>
            <p:nvPicPr>
              <p:cNvPr id="5" name="Ink 4">
                <a:extLst>
                  <a:ext uri="{FF2B5EF4-FFF2-40B4-BE49-F238E27FC236}">
                    <a16:creationId xmlns:a16="http://schemas.microsoft.com/office/drawing/2014/main" id="{563516CB-9E6D-4744-B9E4-0D02558FE9CF}"/>
                  </a:ext>
                </a:extLst>
              </p:cNvPr>
              <p:cNvPicPr/>
              <p:nvPr/>
            </p:nvPicPr>
            <p:blipFill>
              <a:blip r:embed="rId5"/>
              <a:stretch>
                <a:fillRect/>
              </a:stretch>
            </p:blipFill>
            <p:spPr>
              <a:xfrm>
                <a:off x="3017880" y="5955480"/>
                <a:ext cx="63036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6FC6866-AC59-413D-8E96-50C34033B89A}"/>
                  </a:ext>
                </a:extLst>
              </p14:cNvPr>
              <p14:cNvContentPartPr/>
              <p14:nvPr/>
            </p14:nvContentPartPr>
            <p14:xfrm>
              <a:off x="3758400" y="6027840"/>
              <a:ext cx="4487040" cy="456480"/>
            </p14:xfrm>
          </p:contentPart>
        </mc:Choice>
        <mc:Fallback xmlns="">
          <p:pic>
            <p:nvPicPr>
              <p:cNvPr id="6" name="Ink 5">
                <a:extLst>
                  <a:ext uri="{FF2B5EF4-FFF2-40B4-BE49-F238E27FC236}">
                    <a16:creationId xmlns:a16="http://schemas.microsoft.com/office/drawing/2014/main" id="{E6FC6866-AC59-413D-8E96-50C34033B89A}"/>
                  </a:ext>
                </a:extLst>
              </p:cNvPr>
              <p:cNvPicPr/>
              <p:nvPr/>
            </p:nvPicPr>
            <p:blipFill>
              <a:blip r:embed="rId7"/>
              <a:stretch>
                <a:fillRect/>
              </a:stretch>
            </p:blipFill>
            <p:spPr>
              <a:xfrm>
                <a:off x="3749040" y="6018480"/>
                <a:ext cx="4505760" cy="475200"/>
              </a:xfrm>
              <a:prstGeom prst="rect">
                <a:avLst/>
              </a:prstGeom>
            </p:spPr>
          </p:pic>
        </mc:Fallback>
      </mc:AlternateContent>
    </p:spTree>
    <p:extLst>
      <p:ext uri="{BB962C8B-B14F-4D97-AF65-F5344CB8AC3E}">
        <p14:creationId xmlns:p14="http://schemas.microsoft.com/office/powerpoint/2010/main" val="4026634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21504-E95D-4170-A52A-1E22738E87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9B980A-642B-446D-B3D6-864921B369C3}"/>
              </a:ext>
            </a:extLst>
          </p:cNvPr>
          <p:cNvSpPr>
            <a:spLocks noGrp="1"/>
          </p:cNvSpPr>
          <p:nvPr>
            <p:ph idx="1"/>
          </p:nvPr>
        </p:nvSpPr>
        <p:spPr>
          <a:xfrm>
            <a:off x="838200" y="1806375"/>
            <a:ext cx="10515600" cy="4351338"/>
          </a:xfrm>
        </p:spPr>
        <p:txBody>
          <a:bodyPr/>
          <a:lstStyle/>
          <a:p>
            <a:r>
              <a:rPr lang="en-US" dirty="0"/>
              <a:t>c</a:t>
            </a:r>
            <a:r>
              <a:rPr lang="en-US" baseline="-25000" dirty="0"/>
              <a:t>i</a:t>
            </a:r>
            <a:r>
              <a:rPr lang="en-US" dirty="0"/>
              <a:t>​ is the actual cost of the </a:t>
            </a:r>
            <a:r>
              <a:rPr lang="en-US" dirty="0" err="1"/>
              <a:t>i</a:t>
            </a:r>
            <a:r>
              <a:rPr lang="en-US" baseline="30000" dirty="0" err="1"/>
              <a:t>th</a:t>
            </a:r>
            <a:r>
              <a:rPr lang="en-US" dirty="0"/>
              <a:t> operation.</a:t>
            </a:r>
          </a:p>
          <a:p>
            <a:r>
              <a:rPr lang="en-US" dirty="0"/>
              <a:t>D</a:t>
            </a:r>
            <a:r>
              <a:rPr lang="en-US" baseline="-25000" dirty="0"/>
              <a:t>i</a:t>
            </a:r>
            <a:r>
              <a:rPr lang="en-US" dirty="0"/>
              <a:t>​ is the state of the data structure after the </a:t>
            </a:r>
            <a:r>
              <a:rPr lang="en-US" dirty="0" err="1"/>
              <a:t>i</a:t>
            </a:r>
            <a:r>
              <a:rPr lang="en-US" baseline="30000" dirty="0" err="1"/>
              <a:t>th</a:t>
            </a:r>
            <a:r>
              <a:rPr lang="en-US" dirty="0"/>
              <a:t> operation.</a:t>
            </a:r>
          </a:p>
          <a:p>
            <a:r>
              <a:rPr lang="en-US" dirty="0"/>
              <a:t>D</a:t>
            </a:r>
            <a:r>
              <a:rPr lang="en-US" baseline="-25000" dirty="0"/>
              <a:t>i−1</a:t>
            </a:r>
            <a:r>
              <a:rPr lang="en-US" dirty="0"/>
              <a:t>​ is the state of the data structure before the </a:t>
            </a:r>
            <a:r>
              <a:rPr lang="en-US" dirty="0" err="1"/>
              <a:t>i</a:t>
            </a:r>
            <a:r>
              <a:rPr lang="en-US" baseline="30000" dirty="0" err="1"/>
              <a:t>th</a:t>
            </a:r>
            <a:r>
              <a:rPr lang="en-US" dirty="0"/>
              <a:t> operation.</a:t>
            </a:r>
          </a:p>
          <a:p>
            <a:r>
              <a:rPr lang="en-US" dirty="0"/>
              <a:t>                                                  are the potentials before and after the </a:t>
            </a:r>
            <a:r>
              <a:rPr lang="en-US" dirty="0" err="1"/>
              <a:t>i</a:t>
            </a:r>
            <a:r>
              <a:rPr lang="en-US" baseline="30000" dirty="0" err="1"/>
              <a:t>th</a:t>
            </a:r>
            <a:r>
              <a:rPr lang="en-US" dirty="0"/>
              <a:t> operation, respectively.</a:t>
            </a:r>
          </a:p>
          <a:p>
            <a:r>
              <a:rPr lang="en-IN" b="1" dirty="0"/>
              <a:t>Total Amortized Cost</a:t>
            </a:r>
            <a:r>
              <a:rPr lang="en-IN" dirty="0"/>
              <a:t>:</a:t>
            </a:r>
            <a:endParaRPr lang="en-US" dirty="0"/>
          </a:p>
          <a:p>
            <a:r>
              <a:rPr lang="en-US" dirty="0"/>
              <a:t>Over a sequence of n operations, the total amortized cost is given by:</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2EF7A13-2324-4D27-93A1-B45CC71D5BD9}"/>
                  </a:ext>
                </a:extLst>
              </p14:cNvPr>
              <p14:cNvContentPartPr/>
              <p14:nvPr/>
            </p14:nvContentPartPr>
            <p14:xfrm>
              <a:off x="1304640" y="3366360"/>
              <a:ext cx="3583080" cy="405720"/>
            </p14:xfrm>
          </p:contentPart>
        </mc:Choice>
        <mc:Fallback xmlns="">
          <p:pic>
            <p:nvPicPr>
              <p:cNvPr id="4" name="Ink 3">
                <a:extLst>
                  <a:ext uri="{FF2B5EF4-FFF2-40B4-BE49-F238E27FC236}">
                    <a16:creationId xmlns:a16="http://schemas.microsoft.com/office/drawing/2014/main" id="{52EF7A13-2324-4D27-93A1-B45CC71D5BD9}"/>
                  </a:ext>
                </a:extLst>
              </p:cNvPr>
              <p:cNvPicPr/>
              <p:nvPr/>
            </p:nvPicPr>
            <p:blipFill>
              <a:blip r:embed="rId3"/>
              <a:stretch>
                <a:fillRect/>
              </a:stretch>
            </p:blipFill>
            <p:spPr>
              <a:xfrm>
                <a:off x="1295280" y="3357000"/>
                <a:ext cx="360180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95CC862-17DF-4EAE-B0AA-D3D9090872A6}"/>
                  </a:ext>
                </a:extLst>
              </p14:cNvPr>
              <p14:cNvContentPartPr/>
              <p14:nvPr/>
            </p14:nvContentPartPr>
            <p14:xfrm>
              <a:off x="2446920" y="5348160"/>
              <a:ext cx="7398000" cy="876960"/>
            </p14:xfrm>
          </p:contentPart>
        </mc:Choice>
        <mc:Fallback xmlns="">
          <p:pic>
            <p:nvPicPr>
              <p:cNvPr id="5" name="Ink 4">
                <a:extLst>
                  <a:ext uri="{FF2B5EF4-FFF2-40B4-BE49-F238E27FC236}">
                    <a16:creationId xmlns:a16="http://schemas.microsoft.com/office/drawing/2014/main" id="{E95CC862-17DF-4EAE-B0AA-D3D9090872A6}"/>
                  </a:ext>
                </a:extLst>
              </p:cNvPr>
              <p:cNvPicPr/>
              <p:nvPr/>
            </p:nvPicPr>
            <p:blipFill>
              <a:blip r:embed="rId5"/>
              <a:stretch>
                <a:fillRect/>
              </a:stretch>
            </p:blipFill>
            <p:spPr>
              <a:xfrm>
                <a:off x="2437560" y="5338800"/>
                <a:ext cx="7416720" cy="895680"/>
              </a:xfrm>
              <a:prstGeom prst="rect">
                <a:avLst/>
              </a:prstGeom>
            </p:spPr>
          </p:pic>
        </mc:Fallback>
      </mc:AlternateContent>
    </p:spTree>
    <p:extLst>
      <p:ext uri="{BB962C8B-B14F-4D97-AF65-F5344CB8AC3E}">
        <p14:creationId xmlns:p14="http://schemas.microsoft.com/office/powerpoint/2010/main" val="4046990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E0F9-2901-43C8-9112-5D0E52182A48}"/>
              </a:ext>
            </a:extLst>
          </p:cNvPr>
          <p:cNvSpPr>
            <a:spLocks noGrp="1"/>
          </p:cNvSpPr>
          <p:nvPr>
            <p:ph type="title"/>
          </p:nvPr>
        </p:nvSpPr>
        <p:spPr/>
        <p:txBody>
          <a:bodyPr/>
          <a:lstStyle/>
          <a:p>
            <a:r>
              <a:rPr lang="en-IN" dirty="0"/>
              <a:t>Dynamic Array Amortized Analysis using the Potential Method</a:t>
            </a:r>
          </a:p>
        </p:txBody>
      </p:sp>
      <p:sp>
        <p:nvSpPr>
          <p:cNvPr id="3" name="Content Placeholder 2">
            <a:extLst>
              <a:ext uri="{FF2B5EF4-FFF2-40B4-BE49-F238E27FC236}">
                <a16:creationId xmlns:a16="http://schemas.microsoft.com/office/drawing/2014/main" id="{67DB92C1-B623-4F08-9A13-B92F9D301710}"/>
              </a:ext>
            </a:extLst>
          </p:cNvPr>
          <p:cNvSpPr>
            <a:spLocks noGrp="1"/>
          </p:cNvSpPr>
          <p:nvPr>
            <p:ph idx="1"/>
          </p:nvPr>
        </p:nvSpPr>
        <p:spPr/>
        <p:txBody>
          <a:bodyPr/>
          <a:lstStyle/>
          <a:p>
            <a:r>
              <a:rPr lang="en-US" b="1" dirty="0"/>
              <a:t>Dynamic Array Operations:</a:t>
            </a:r>
          </a:p>
          <a:p>
            <a:pPr>
              <a:buFont typeface="Arial" panose="020B0604020202020204" pitchFamily="34" charset="0"/>
              <a:buChar char="•"/>
            </a:pPr>
            <a:r>
              <a:rPr lang="en-US" b="1" dirty="0"/>
              <a:t>Insertion without Resizing:</a:t>
            </a:r>
            <a:endParaRPr lang="en-US" dirty="0"/>
          </a:p>
          <a:p>
            <a:pPr marL="742950" lvl="1" indent="-285750">
              <a:buFont typeface="Arial" panose="020B0604020202020204" pitchFamily="34" charset="0"/>
              <a:buChar char="•"/>
            </a:pPr>
            <a:r>
              <a:rPr lang="en-US" dirty="0"/>
              <a:t>If the dynamic array has space available, inserting an element takes constant time O(1).</a:t>
            </a:r>
          </a:p>
          <a:p>
            <a:pPr>
              <a:buFont typeface="Arial" panose="020B0604020202020204" pitchFamily="34" charset="0"/>
              <a:buChar char="•"/>
            </a:pPr>
            <a:r>
              <a:rPr lang="en-US" b="1" dirty="0"/>
              <a:t>Insertion with Resizing:</a:t>
            </a:r>
            <a:endParaRPr lang="en-US" dirty="0"/>
          </a:p>
          <a:p>
            <a:pPr marL="742950" lvl="1" indent="-285750" algn="just">
              <a:buFont typeface="Arial" panose="020B0604020202020204" pitchFamily="34" charset="0"/>
              <a:buChar char="•"/>
            </a:pPr>
            <a:r>
              <a:rPr lang="en-US" dirty="0"/>
              <a:t>When the array is full, inserting an element requires resizing the array, typically by doubling its size. This operation involves copying all existing elements to the new array, which takes O(n) time, where n is the number of elements.</a:t>
            </a:r>
          </a:p>
          <a:p>
            <a:endParaRPr lang="en-IN" dirty="0"/>
          </a:p>
        </p:txBody>
      </p:sp>
    </p:spTree>
    <p:extLst>
      <p:ext uri="{BB962C8B-B14F-4D97-AF65-F5344CB8AC3E}">
        <p14:creationId xmlns:p14="http://schemas.microsoft.com/office/powerpoint/2010/main" val="3886303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E4E0F-3842-4E8A-9DBA-8C86567BE9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2F54DB-95EB-46E7-93BD-48AADB2A2CE1}"/>
              </a:ext>
            </a:extLst>
          </p:cNvPr>
          <p:cNvSpPr>
            <a:spLocks noGrp="1"/>
          </p:cNvSpPr>
          <p:nvPr>
            <p:ph idx="1"/>
          </p:nvPr>
        </p:nvSpPr>
        <p:spPr>
          <a:xfrm>
            <a:off x="838200" y="577516"/>
            <a:ext cx="10515600" cy="5599447"/>
          </a:xfrm>
        </p:spPr>
        <p:txBody>
          <a:bodyPr>
            <a:normAutofit/>
          </a:bodyPr>
          <a:lstStyle/>
          <a:p>
            <a:r>
              <a:rPr lang="en-IN" dirty="0"/>
              <a:t>Potential Function (</a:t>
            </a:r>
            <a:r>
              <a:rPr lang="el-GR" dirty="0"/>
              <a:t>Φ):</a:t>
            </a:r>
            <a:r>
              <a:rPr lang="en-IN" dirty="0"/>
              <a:t> </a:t>
            </a:r>
          </a:p>
          <a:p>
            <a:pPr algn="just"/>
            <a:r>
              <a:rPr lang="en-US" dirty="0"/>
              <a:t>The potential function                  is often chosen based on the number of extra spaces available in the array after the </a:t>
            </a:r>
            <a:r>
              <a:rPr lang="en-US" dirty="0" err="1"/>
              <a:t>i</a:t>
            </a:r>
            <a:r>
              <a:rPr lang="en-US" baseline="30000" dirty="0" err="1"/>
              <a:t>th</a:t>
            </a:r>
            <a:r>
              <a:rPr lang="en-US" dirty="0"/>
              <a:t> operation.</a:t>
            </a:r>
          </a:p>
          <a:p>
            <a:r>
              <a:rPr lang="en-IN" dirty="0"/>
              <a:t>A common choice is:</a:t>
            </a:r>
            <a:endParaRPr lang="en-US" dirty="0"/>
          </a:p>
          <a:p>
            <a:r>
              <a:rPr lang="en-US" dirty="0">
                <a:solidFill>
                  <a:srgbClr val="FF0000"/>
                </a:solidFill>
              </a:rPr>
              <a:t>Φ(Di​)=2×(number of elements)−current capacity</a:t>
            </a:r>
          </a:p>
          <a:p>
            <a:endParaRPr lang="en-US" dirty="0"/>
          </a:p>
          <a:p>
            <a:pPr algn="just"/>
            <a:r>
              <a:rPr lang="en-US" dirty="0"/>
              <a:t>This function reflects the "potential energy" stored due to the space utilization. It increases as the array gets closer to being full and decreases when the array is resized.</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5CB2559-0A5A-4DE8-94B8-2EDDB642006A}"/>
                  </a:ext>
                </a:extLst>
              </p14:cNvPr>
              <p14:cNvContentPartPr/>
              <p14:nvPr/>
            </p14:nvContentPartPr>
            <p14:xfrm>
              <a:off x="4592936" y="1124999"/>
              <a:ext cx="942840" cy="378720"/>
            </p14:xfrm>
          </p:contentPart>
        </mc:Choice>
        <mc:Fallback xmlns="">
          <p:pic>
            <p:nvPicPr>
              <p:cNvPr id="6" name="Ink 5">
                <a:extLst>
                  <a:ext uri="{FF2B5EF4-FFF2-40B4-BE49-F238E27FC236}">
                    <a16:creationId xmlns:a16="http://schemas.microsoft.com/office/drawing/2014/main" id="{85CB2559-0A5A-4DE8-94B8-2EDDB642006A}"/>
                  </a:ext>
                </a:extLst>
              </p:cNvPr>
              <p:cNvPicPr/>
              <p:nvPr/>
            </p:nvPicPr>
            <p:blipFill>
              <a:blip r:embed="rId3"/>
              <a:stretch>
                <a:fillRect/>
              </a:stretch>
            </p:blipFill>
            <p:spPr>
              <a:xfrm>
                <a:off x="4583576" y="1115639"/>
                <a:ext cx="961560" cy="397440"/>
              </a:xfrm>
              <a:prstGeom prst="rect">
                <a:avLst/>
              </a:prstGeom>
            </p:spPr>
          </p:pic>
        </mc:Fallback>
      </mc:AlternateContent>
    </p:spTree>
    <p:extLst>
      <p:ext uri="{BB962C8B-B14F-4D97-AF65-F5344CB8AC3E}">
        <p14:creationId xmlns:p14="http://schemas.microsoft.com/office/powerpoint/2010/main" val="1002303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EF086-9900-49AB-8A2E-9941E246DE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FE025D-7759-4D34-94F2-5C3FA900B86F}"/>
              </a:ext>
            </a:extLst>
          </p:cNvPr>
          <p:cNvSpPr>
            <a:spLocks noGrp="1"/>
          </p:cNvSpPr>
          <p:nvPr>
            <p:ph idx="1"/>
          </p:nvPr>
        </p:nvSpPr>
        <p:spPr>
          <a:xfrm>
            <a:off x="838200" y="741145"/>
            <a:ext cx="10515600" cy="5435818"/>
          </a:xfrm>
        </p:spPr>
        <p:txBody>
          <a:bodyPr/>
          <a:lstStyle/>
          <a:p>
            <a:r>
              <a:rPr lang="en-IN" dirty="0"/>
              <a:t>Initial Conditions:</a:t>
            </a:r>
          </a:p>
          <a:p>
            <a:r>
              <a:rPr lang="en-IN" dirty="0"/>
              <a:t>Start with an empty array of size 1. Initially, there are no elements, so the potential is:</a:t>
            </a:r>
          </a:p>
          <a:p>
            <a:endParaRPr lang="en-IN" dirty="0"/>
          </a:p>
          <a:p>
            <a:r>
              <a:rPr lang="en-IN" dirty="0"/>
              <a:t>Amortized Cost Calculations:</a:t>
            </a:r>
          </a:p>
          <a:p>
            <a:pPr algn="just"/>
            <a:r>
              <a:rPr lang="en-IN" dirty="0"/>
              <a:t>For each insertion, we calculate the amortized cost, which includes the actual cost of the operation and the change in potential.</a:t>
            </a:r>
          </a:p>
          <a:p>
            <a:r>
              <a:rPr lang="en-IN" dirty="0"/>
              <a:t>Case 1: Inserting without resizing(Array is not full)</a:t>
            </a:r>
          </a:p>
          <a:p>
            <a:pPr lvl="1"/>
            <a:r>
              <a:rPr lang="en-IN" dirty="0"/>
              <a:t>The actual cost = 1(just inserting the element).</a:t>
            </a:r>
          </a:p>
          <a:p>
            <a:pPr lvl="1"/>
            <a:r>
              <a:rPr lang="en-IN" dirty="0"/>
              <a:t>Before insertion: Number of elements = k, Array size = n</a:t>
            </a:r>
          </a:p>
          <a:p>
            <a:pPr lvl="1"/>
            <a:r>
              <a:rPr lang="en-IN" dirty="0"/>
              <a:t>After insertion: Number of elements = k+1, Array size = n</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E6B87B1-8D85-4316-9F7A-02FE29C9D3BC}"/>
                  </a:ext>
                </a:extLst>
              </p14:cNvPr>
              <p14:cNvContentPartPr/>
              <p14:nvPr/>
            </p14:nvContentPartPr>
            <p14:xfrm>
              <a:off x="3115080" y="2093400"/>
              <a:ext cx="4857120" cy="523080"/>
            </p14:xfrm>
          </p:contentPart>
        </mc:Choice>
        <mc:Fallback xmlns="">
          <p:pic>
            <p:nvPicPr>
              <p:cNvPr id="4" name="Ink 3">
                <a:extLst>
                  <a:ext uri="{FF2B5EF4-FFF2-40B4-BE49-F238E27FC236}">
                    <a16:creationId xmlns:a16="http://schemas.microsoft.com/office/drawing/2014/main" id="{CE6B87B1-8D85-4316-9F7A-02FE29C9D3BC}"/>
                  </a:ext>
                </a:extLst>
              </p:cNvPr>
              <p:cNvPicPr/>
              <p:nvPr/>
            </p:nvPicPr>
            <p:blipFill>
              <a:blip r:embed="rId3"/>
              <a:stretch>
                <a:fillRect/>
              </a:stretch>
            </p:blipFill>
            <p:spPr>
              <a:xfrm>
                <a:off x="3105720" y="2084040"/>
                <a:ext cx="4875840" cy="541800"/>
              </a:xfrm>
              <a:prstGeom prst="rect">
                <a:avLst/>
              </a:prstGeom>
            </p:spPr>
          </p:pic>
        </mc:Fallback>
      </mc:AlternateContent>
    </p:spTree>
    <p:extLst>
      <p:ext uri="{BB962C8B-B14F-4D97-AF65-F5344CB8AC3E}">
        <p14:creationId xmlns:p14="http://schemas.microsoft.com/office/powerpoint/2010/main" val="2090666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F6E-EFE1-4CF7-A7BC-0B3E1A9DA6F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37EDC5D-DE58-40A1-BA2E-470D556DAB7D}"/>
              </a:ext>
            </a:extLst>
          </p:cNvPr>
          <p:cNvSpPr>
            <a:spLocks noGrp="1"/>
          </p:cNvSpPr>
          <p:nvPr>
            <p:ph idx="1"/>
          </p:nvPr>
        </p:nvSpPr>
        <p:spPr>
          <a:xfrm>
            <a:off x="838200" y="625642"/>
            <a:ext cx="10515600" cy="5551321"/>
          </a:xfrm>
        </p:spPr>
        <p:txBody>
          <a:bodyPr/>
          <a:lstStyle/>
          <a:p>
            <a:r>
              <a:rPr lang="en-IN" dirty="0"/>
              <a:t>The potential change:</a:t>
            </a:r>
          </a:p>
          <a:p>
            <a:endParaRPr lang="en-IN"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EB8EB59-363C-45B8-A1AE-BF7A7C966530}"/>
                  </a:ext>
                </a:extLst>
              </p14:cNvPr>
              <p14:cNvContentPartPr/>
              <p14:nvPr/>
            </p14:nvContentPartPr>
            <p14:xfrm>
              <a:off x="1503360" y="1059120"/>
              <a:ext cx="10468800" cy="3148560"/>
            </p14:xfrm>
          </p:contentPart>
        </mc:Choice>
        <mc:Fallback xmlns="">
          <p:pic>
            <p:nvPicPr>
              <p:cNvPr id="4" name="Ink 3">
                <a:extLst>
                  <a:ext uri="{FF2B5EF4-FFF2-40B4-BE49-F238E27FC236}">
                    <a16:creationId xmlns:a16="http://schemas.microsoft.com/office/drawing/2014/main" id="{CEB8EB59-363C-45B8-A1AE-BF7A7C966530}"/>
                  </a:ext>
                </a:extLst>
              </p:cNvPr>
              <p:cNvPicPr/>
              <p:nvPr/>
            </p:nvPicPr>
            <p:blipFill>
              <a:blip r:embed="rId3"/>
              <a:stretch>
                <a:fillRect/>
              </a:stretch>
            </p:blipFill>
            <p:spPr>
              <a:xfrm>
                <a:off x="1494000" y="1049760"/>
                <a:ext cx="10487520" cy="3167280"/>
              </a:xfrm>
              <a:prstGeom prst="rect">
                <a:avLst/>
              </a:prstGeom>
            </p:spPr>
          </p:pic>
        </mc:Fallback>
      </mc:AlternateContent>
    </p:spTree>
    <p:extLst>
      <p:ext uri="{BB962C8B-B14F-4D97-AF65-F5344CB8AC3E}">
        <p14:creationId xmlns:p14="http://schemas.microsoft.com/office/powerpoint/2010/main" val="777726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854B-0952-4C37-B035-D9F95E19B7A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7075D8D-B58F-43C4-9A0F-801E764C5CCD}"/>
              </a:ext>
            </a:extLst>
          </p:cNvPr>
          <p:cNvSpPr>
            <a:spLocks noGrp="1"/>
          </p:cNvSpPr>
          <p:nvPr>
            <p:ph idx="1"/>
          </p:nvPr>
        </p:nvSpPr>
        <p:spPr>
          <a:xfrm>
            <a:off x="838200" y="567891"/>
            <a:ext cx="10515600" cy="5609072"/>
          </a:xfrm>
        </p:spPr>
        <p:txBody>
          <a:bodyPr/>
          <a:lstStyle/>
          <a:p>
            <a:r>
              <a:rPr lang="en-US" dirty="0"/>
              <a:t>Case 2: Inserting with resizing(Array is full)</a:t>
            </a:r>
          </a:p>
          <a:p>
            <a:r>
              <a:rPr lang="en-US" dirty="0"/>
              <a:t>The actual cost = n+1 (inserting the element and copying n elements to the new array).</a:t>
            </a:r>
          </a:p>
          <a:p>
            <a:r>
              <a:rPr lang="en-US" dirty="0"/>
              <a:t>Before insertion: Number of elements =n, Array size = n.</a:t>
            </a:r>
          </a:p>
          <a:p>
            <a:r>
              <a:rPr lang="en-US" dirty="0"/>
              <a:t>After insertion: Number of elements = n+1, Array size = 2n.</a:t>
            </a:r>
          </a:p>
          <a:p>
            <a:r>
              <a:rPr lang="en-US" dirty="0"/>
              <a:t>The potential change:</a:t>
            </a:r>
          </a:p>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CA84F46-E68B-4CF6-AB70-6D2A9337588F}"/>
                  </a:ext>
                </a:extLst>
              </p14:cNvPr>
              <p14:cNvContentPartPr/>
              <p14:nvPr/>
            </p14:nvContentPartPr>
            <p14:xfrm>
              <a:off x="1788480" y="3639600"/>
              <a:ext cx="7481520" cy="3168360"/>
            </p14:xfrm>
          </p:contentPart>
        </mc:Choice>
        <mc:Fallback>
          <p:pic>
            <p:nvPicPr>
              <p:cNvPr id="4" name="Ink 3">
                <a:extLst>
                  <a:ext uri="{FF2B5EF4-FFF2-40B4-BE49-F238E27FC236}">
                    <a16:creationId xmlns:a16="http://schemas.microsoft.com/office/drawing/2014/main" id="{1CA84F46-E68B-4CF6-AB70-6D2A9337588F}"/>
                  </a:ext>
                </a:extLst>
              </p:cNvPr>
              <p:cNvPicPr/>
              <p:nvPr/>
            </p:nvPicPr>
            <p:blipFill>
              <a:blip r:embed="rId3"/>
              <a:stretch>
                <a:fillRect/>
              </a:stretch>
            </p:blipFill>
            <p:spPr>
              <a:xfrm>
                <a:off x="1779120" y="3630240"/>
                <a:ext cx="7500240" cy="3187080"/>
              </a:xfrm>
              <a:prstGeom prst="rect">
                <a:avLst/>
              </a:prstGeom>
            </p:spPr>
          </p:pic>
        </mc:Fallback>
      </mc:AlternateContent>
    </p:spTree>
    <p:extLst>
      <p:ext uri="{BB962C8B-B14F-4D97-AF65-F5344CB8AC3E}">
        <p14:creationId xmlns:p14="http://schemas.microsoft.com/office/powerpoint/2010/main" val="256067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D10B-A797-4F7C-BF33-97E9D5A9FA53}"/>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7927451E-E055-497E-A723-40A3A9863141}"/>
              </a:ext>
            </a:extLst>
          </p:cNvPr>
          <p:cNvSpPr>
            <a:spLocks noGrp="1"/>
          </p:cNvSpPr>
          <p:nvPr>
            <p:ph idx="1"/>
          </p:nvPr>
        </p:nvSpPr>
        <p:spPr/>
        <p:txBody>
          <a:bodyPr/>
          <a:lstStyle/>
          <a:p>
            <a:r>
              <a:rPr lang="en-US" dirty="0"/>
              <a:t>Using the potential method, the amortized cost for each insertion is calculated as 3 for both cases. Since this is constant, we conclude that the amortized cost of insertion in a dynamic array is O(1).</a:t>
            </a:r>
          </a:p>
          <a:p>
            <a:r>
              <a:rPr lang="en-US" dirty="0"/>
              <a:t>The potential method thus provides a clear understanding of how the cost of resizing is “paid for” by the potential stored in the system from previous operations where the array was not resized.</a:t>
            </a:r>
          </a:p>
          <a:p>
            <a:r>
              <a:rPr lang="en-US" dirty="0"/>
              <a:t>This ensures that even though individual operations might have high costs, the average cost per operation remains low.</a:t>
            </a:r>
            <a:endParaRPr lang="en-IN" dirty="0"/>
          </a:p>
        </p:txBody>
      </p:sp>
    </p:spTree>
    <p:extLst>
      <p:ext uri="{BB962C8B-B14F-4D97-AF65-F5344CB8AC3E}">
        <p14:creationId xmlns:p14="http://schemas.microsoft.com/office/powerpoint/2010/main" val="3992317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719</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Amortized analysis</vt:lpstr>
      <vt:lpstr>PowerPoint Presentation</vt:lpstr>
      <vt:lpstr>Key Concepts in the Potential Method</vt:lpstr>
      <vt:lpstr>PowerPoint Presentation</vt:lpstr>
      <vt:lpstr>Dynamic Array Amortized Analysis using the Potential Method</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CSE-31</dc:creator>
  <cp:lastModifiedBy>CSE-31</cp:lastModifiedBy>
  <cp:revision>22</cp:revision>
  <dcterms:created xsi:type="dcterms:W3CDTF">2024-08-28T06:58:46Z</dcterms:created>
  <dcterms:modified xsi:type="dcterms:W3CDTF">2024-08-28T09:32:13Z</dcterms:modified>
</cp:coreProperties>
</file>