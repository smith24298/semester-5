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324" r:id="rId2"/>
    <p:sldId id="288" r:id="rId3"/>
    <p:sldId id="392" r:id="rId4"/>
    <p:sldId id="400" r:id="rId5"/>
    <p:sldId id="419" r:id="rId6"/>
    <p:sldId id="401" r:id="rId7"/>
    <p:sldId id="406" r:id="rId8"/>
    <p:sldId id="403" r:id="rId9"/>
    <p:sldId id="417" r:id="rId10"/>
    <p:sldId id="444" r:id="rId11"/>
    <p:sldId id="409" r:id="rId12"/>
    <p:sldId id="410" r:id="rId13"/>
    <p:sldId id="411" r:id="rId14"/>
    <p:sldId id="416" r:id="rId15"/>
    <p:sldId id="420" r:id="rId16"/>
    <p:sldId id="421" r:id="rId17"/>
    <p:sldId id="422" r:id="rId18"/>
    <p:sldId id="424" r:id="rId19"/>
    <p:sldId id="425" r:id="rId20"/>
    <p:sldId id="426" r:id="rId21"/>
    <p:sldId id="427" r:id="rId22"/>
    <p:sldId id="428" r:id="rId23"/>
    <p:sldId id="429" r:id="rId24"/>
    <p:sldId id="430" r:id="rId25"/>
    <p:sldId id="431" r:id="rId26"/>
    <p:sldId id="432" r:id="rId27"/>
  </p:sldIdLst>
  <p:sldSz cx="12192000" cy="6858000"/>
  <p:notesSz cx="6858000" cy="9144000"/>
  <p:embeddedFontLs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ambria Math" panose="02040503050406030204" pitchFamily="18" charset="0"/>
      <p:regular r:id="rId34"/>
    </p:embeddedFont>
    <p:embeddedFont>
      <p:font typeface="Consolas" panose="020B0609020204030204" pitchFamily="49" charset="0"/>
      <p:regular r:id="rId35"/>
      <p:bold r:id="rId36"/>
      <p:italic r:id="rId37"/>
      <p:boldItalic r:id="rId38"/>
    </p:embeddedFont>
    <p:embeddedFont>
      <p:font typeface="Open Sans Semibold" panose="020B0706030804020204" pitchFamily="34" charset="0"/>
      <p:bold r:id="rId39"/>
      <p:boldItalic r:id="rId40"/>
    </p:embeddedFont>
    <p:embeddedFont>
      <p:font typeface="Roboto Condensed" pitchFamily="2" charset="0"/>
      <p:regular r:id="rId41"/>
      <p:bold r:id="rId42"/>
      <p:italic r:id="rId43"/>
      <p:boldItalic r:id="rId44"/>
    </p:embeddedFont>
    <p:embeddedFont>
      <p:font typeface="Roboto Condensed Light" panose="02000000000000000000" pitchFamily="2" charset="0"/>
      <p:regular r:id="rId45"/>
      <p:italic r:id="rId46"/>
    </p:embeddedFont>
    <p:embeddedFont>
      <p:font typeface="Wingdings 3" panose="05040102010807070707" pitchFamily="18" charset="2"/>
      <p:regular r:id="rId47"/>
    </p:embeddedFont>
  </p:embeddedFontLst>
  <p:custDataLst>
    <p:tags r:id="rId4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1457"/>
    <a:srgbClr val="B84742"/>
    <a:srgbClr val="F19D19"/>
    <a:srgbClr val="F9C5D7"/>
    <a:srgbClr val="424242"/>
    <a:srgbClr val="F6E7E6"/>
    <a:srgbClr val="F48CAF"/>
    <a:srgbClr val="B5E61D"/>
    <a:srgbClr val="8BC145"/>
    <a:srgbClr val="00BB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67" autoAdjust="0"/>
    <p:restoredTop sz="94660"/>
  </p:normalViewPr>
  <p:slideViewPr>
    <p:cSldViewPr snapToGrid="0">
      <p:cViewPr varScale="1">
        <p:scale>
          <a:sx n="66" d="100"/>
          <a:sy n="66" d="100"/>
        </p:scale>
        <p:origin x="96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82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handoutMaster" Target="handoutMasters/handout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7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2921DC-3109-4569-9FE5-3F5BA0747F75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9E4867-9854-45D8-A58B-AED9F0BB4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769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08T06:12:08.1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17958 1645 570 0,'0'0'0'15,"0"0"4"-15,0 0 26 16,0 0 47-16,0 0-17 16,0 0-28-16,0 0 1 0,-103-56-8 15,69 53 0-15,-6 3-3 16,-4 0-6-16,-2 5-12 16,-2 15-8-16,1 4 3 15,6 1-2-15,8 0 1 16,13-4-4-16,8-4 4 15,5-2-1-15,7-2-4 16,0-2 1-16,5 0-8 16,16-2 7-16,5-2 7 15,8-4 3-15,6-2-3 16,0-1 2-16,-1 0 1 16,0 3-3-16,-4 4 0 15,1 3-1-15,-3 4-1 16,-3 3-1-16,-5 1 1 15,-6 1 1-15,-6-1-2 0,-7-3 3 16,-6-1 0-16,0-2-1 16,-3 2 1-16,-20 0 4 15,-9 3 8-15,-12-3 14 16,-5-3 4-16,-3-5 0 16,7-5 4-16,5-1-10 15,3 0-8-15,7 0-14 16,6 0-3-16,4-1 1 15,7 1-18-15,3 0-18 16,5 0-62-16,5 11-56 16,0 2-94-16,6-3-41 15</inkml:trace>
  <inkml:trace contextRef="#ctx0" brushRef="#br0" timeOffset="681.75">18228 1891 674 0,'0'0'99'0,"0"0"-97"16,0 0 18-16,0 0 39 16,0 0-43-16,0 0-16 15,0 14-15-15,0 2 15 16,2 4 1-16,-1-3 0 16,1-2 3-16,-1-4-3 15,1-6 3-15,-2-2-2 16,0-1-2-16,0-2 3 15,0 0 8-15,0 0 5 16,0 0 21-16,0 0 25 16,0-9 0-16,0-8-22 0,-3 0-40 15,-2 4 0-15,2 9 0 16,3 4 1-16,0 0-1 16,0 0-9-16,0 0-3 15,0 0-12-15,0 14 4 16,0 4 20-16,0 1-2 15,0-5 1-15,0-4 1 16,0-6 3-16,0-4-1 16,0 0 2-16,0 0 7 15,2 0 5-15,-2 0 1 16,0-6 10-16,0-12 22 16,-7-5-49-16,-3-5-1 15,1 11 1-15,5 6 1 0,1 7 0 16,1 4 0-1,2 0-1-15,0 0-12 0,0 0-5 16,0 13-4-16,0 11 5 16,0 6 16-16,5 2 1 15,2 0 0-15,-2 4-1 16,-1 2-20-16,-2 3-89 16,-2-6-161-16,0-5-418 15</inkml:trace>
  <inkml:trace contextRef="#ctx0" brushRef="#br0" timeOffset="1713.75">16951 1373 180 0,'0'0'480'15,"0"0"-480"-15,0 0 0 0,0 0 11 16,0 0 90-1,0 0-43-15,-7-61-20 0,-4 61-38 16,-7 0-15-16,-8 0 15 16,-12 13 1-16,-2 15-1 15,-5 11-3-15,9 4 3 16,8-1 0-16,11-5-1 16,11-7-1-16,6-5-1 15,0-4-11-15,15 0 12 16,12-1 1-16,3-2 1 15,1 0 5-15,-1 1-3 16,-5 4-2-16,-11 3-5 16,-12 10-1-16,-2 5-2 15,-27 4 3-15,-17-4-3 0,-3-9 8 16,2-8-5 0,6-11 4-16,11-7 1 0,7-6 23 15,7 0 7 1,3-9-3-16,3-8-25 0,5 0 1 15,3 1 23-15,0 7-15 16,0 3-10-16,0 3 0 16,0 3-1-16,0 0-2 15,2 0-14-15,7 13-5 16,7 12 20-16,4 11 1 16,2 6 2-16,-2 5 5 15,0 2-1-15,1 3-4 16,1 2-2-16,5 1-85 0,-2-8-138 15,3-11-258-15</inkml:trace>
  <inkml:trace contextRef="#ctx0" brushRef="#br0" timeOffset="6449.59">17913 1667 128 0,'0'0'358'16,"0"0"-313"-16,0 0-32 16,0 0 57-16,0 0 19 15,0 0-9-15,0 0-41 16,-7-34-22-16,-2 28-1 15,-6 0 17-15,-3 1-29 16,-6-1 6-16,-7 4-9 16,-5 2-1-16,-7 0 9 15,-6 13-9-15,-3 8-1 16,-1 7 1-16,-1 5 0 16,7 3 0-16,5 6-4 15,11-2 4-15,5 1-1 16,11-2 1-16,7-3-8 15,8-3 2-15,0-4 4 0,11-5-2 16,19-3-1-16,10-2 5 16,11-8 3-16,2-3-1 15,-1-5-2-15,-6-3-2 16,-9 2 2-16,-6-1 4 16,-4 0-4-16,-7 4 0 15,-5-1 0-15,-8 1 0 16,-4 0-6-16,-3 2 1 15,0 3 2-15,-1 1-1 16,-18 4-3-16,-6 0 4 16,-8-1 0-16,-1-3 3 0,0-4 3 15,8-6 10-15,4-1-11 16,4 0 6-16,3-19-2 16,1-13-6-16,4-14-17 15,9-7-17-15,1-4 26 16,11 2-5-16,14 3-16 15,6 5 18-15,5 8 6 16,1 5 4-16,0 6 1 16,-2 4 0-16,-5 6 1 15,-7 3-1-15,-6 7 0 16,-5 2 4-16,-6 3-2 16,-5 2 1-16,-1 1 11 15,0 0 9-15,0 0 14 16,0 0-3-16,0 0 13 0,-10-3 8 15,-4-1-44-15,-6 0-11 16,-7 4 0-16,-6 0-8 16,-4 2 5-16,-4 21-1 15,-5 8-1-15,1 10 2 16,3 6 3-16,7 3-1 0,14 0 0 16,11-7-6-1,10 0-2-15,13-5 0 16,26-4 9-16,17-7-1 15,18-11 1-15,4-9 8 16,2-7-4-16,-7 0-4 16,-12-4-5-16,-10-6-14 0,-13 1-2 15,-14 2 9-15,-12 3-4 16,-9 1 6-16,-3 3 5 16,0 0 4-16,0 0-2 15,0 0-26-15,0 0-40 16,0 0-70-16,18 0-176 15</inkml:trace>
  <inkml:trace contextRef="#ctx0" brushRef="#br0" timeOffset="6934.76">19851 1673 509 0,'0'0'212'16,"0"0"-201"-16,0 0 11 16,0 0 60-16,0 0 0 15,-113-50-42-15,75 50-29 16,-1 0 3-16,4 8-6 15,5 9-3-15,4 7-3 16,1 6-2-16,3 3-4 16,6 7 4-16,7-3 0 15,9-1-3-15,0 1 3 16,17-3-6-16,18-2 4 16,10-5-27-16,13-7-100 15,2-12-96-15,-4-8-205 16</inkml:trace>
  <inkml:trace contextRef="#ctx0" brushRef="#br0" timeOffset="7196.58">19917 1944 80 0,'0'0'695'0,"0"0"-676"16,0 0-13-16,0 0-4 15,0 0 10-15,0 0-9 16,108-52-3-16,-83 52-3 15,-6 11-2-15,-7 6 4 16,-7 3-1-16,-5 6 1 16,0 0 1-16,-16 1 1 0,-3 0 5 15,4-6-1 1,4-3 0-16,7-2-3 0,4-5-4 16,0 0-1-16,26-5-6 15,14-6-25-15,14 0-89 16,5-10-209-16</inkml:trace>
  <inkml:trace contextRef="#ctx0" brushRef="#br0" timeOffset="7530.83">21424 1579 599 0,'0'0'46'15,"0"0"-41"-15,0 0 92 16,0 0-7-16,0 0-14 16,-85-49-49-16,59 49-13 15,0 0 1-15,-3 15 0 16,0 11-14-16,-1 9-1 15,1 4 4-15,7 3-4 16,6 2 2-16,9 3-2 0,7-2-2 16,7 0-1-1,25-3 2-15,13-8-58 0,10-7-96 16,7-10-136-16</inkml:trace>
  <inkml:trace contextRef="#ctx0" brushRef="#br0" timeOffset="7903.7">21862 1891 736 0,'0'0'69'16,"0"0"-64"-16,0 0 64 16,0 0 22-16,0 0-44 15,0 0-47-15,20-41-4 16,26 35-14-16,5 4 10 0,-6 2-8 15,-12 0-24-15,-10 13 20 16,-11 3 18-16,-9 2 2 16,-3 3-1-16,0 0 1 15,-7 1 0-15,-4-2 8 16,5-2-6-16,3 0 2 16,3-1 1-16,0 3-4 15,17-2 2-15,5 2-3 16,2-2 2-16,-6-1 0 15,-5-1 0-15,-10-2-1 16,-3 0-1-16,-10 3 3 16,-21 1 6-16,-8-1-1 15,-8 0-8-15,1-1-12 16,10-5-79-16,13-8-211 0</inkml:trace>
  <inkml:trace contextRef="#ctx0" brushRef="#br0" timeOffset="8598.44">23034 1409 712 0,'0'0'61'16,"0"0"-47"-16,0 0 1 16,25-82 5-16,6 65 1 15,5 2-4-15,3 5 1 16,-5 5-6-16,-4 5-12 15,-9 0-1-15,-6 15 1 16,-6 10-3-16,-9 12 3 16,0 4 5-16,-10 5-2 15,-9-3 3-15,3-6 1 16,6-5-6-16,5-7 2 16,5-2-3-16,3 4-2 15,22 1-4-15,10 2 5 16,5 5 1-16,5 3 3 0,-8 3-3 15,-7 6-3-15,-9 1 3 16,-9-2 0-16,-9-2-2 16,-3-7-1-16,0-3 3 15,0-6 0-15,-3-4 1 16,0 0 1-16,0-3-2 16,0 1-10-16,-4 2-11 15,-3 2 0-15,-6-1-15 16,-6-1 0-16,-11 0-41 15,-9-2-43-15,-9-11-109 16</inkml:trace>
  <inkml:trace contextRef="#ctx0" brushRef="#br0" timeOffset="11018.41">17449 2463 383 0,'0'0'206'0,"0"0"-180"16,0 0-21-16,0 0 55 15,0 0 41-15,0 0-25 16,-25 0-30-16,25 0-17 16,3 0-24-16,18 0-5 15,22-2-21-15,26-7 21 16,19-1 13-16,6-2 1 0,-11 1-11 16,-19 1 3-16,-20 4-1 15,-16 2 5-15,-12 1-7 16,-10 3 1-16,-6 0 0 15,0 0-1-15,0 0 1 16,0 0 1-16,0 0-5 16,0 0 0-16,0 0-54 15,0 4-98-15,-4 8-92 16,-2-1-122-16</inkml:trace>
  <inkml:trace contextRef="#ctx0" brushRef="#br0" timeOffset="11661.93">17927 2565 277 0,'0'0'23'0,"0"0"-18"0,0 0 16 15,0 0-5-15,0 0-16 16,0 0-74-16,3-14-131 16</inkml:trace>
  <inkml:trace contextRef="#ctx0" brushRef="#br0" timeOffset="40682.64">19593 2601 669 0,'0'0'73'0,"0"0"-54"16,0 0-2-16,0 0 17 0,0 0 38 15,0 0 7-15,0 0-29 16,-46-36-18-16,46 36-5 15,0-3-12-15,0 3-6 16,0-3-6-16,1 1-3 16,21-6-10-16,22-4 4 15,26-8 6-15,21-4 0 16,11 0-12-16,4 4-68 16,-6 6-56-16,-6 6-34 15,-9 2-94-15</inkml:trace>
  <inkml:trace contextRef="#ctx0" brushRef="#br0" timeOffset="41004.51">21563 2466 650 0,'0'0'105'0,"0"0"-105"16,0 0-38-16,0 0 6 15,0 0 32-15,110-20 53 0,-47 6-19 16,5 1-18-16,-2 1-13 15,-12 5-3-15,-11 3-18 16,-12 2-41-16,-8 2 2 16,-11 0-58-16,-11-2-127 15</inkml:trace>
  <inkml:trace contextRef="#ctx0" brushRef="#br0" timeOffset="52584.88">19884 2458 113 0,'0'0'84'16,"0"0"6"-1,0 0-13-15,0 0 28 0,0 0 1 16,0 0-57-16,0 0 31 16,0 0-29-16,-30-49 6 15,30 49-4-15,0 0-12 16,0 0-10-16,-1 0-16 16,1 0 1-16,0 0-13 15,0 0 4-15,0 0-6 16,0 0-1-16,0 0-2 15,0 0-5-15,0 0 5 16,0 0-7-16,0 0-1 0,0 7-1 16,10 8 10-1,12 7 1-15,5 3 2 0,1-1 1 16,-2-2-3-16,-2-4 0 16,-2-1-4-16,1-4-9 15,-2-1 1-15,1-4 2 16,-3-2-21-16,-4-3 9 15,-5-3-4-15,-5 0-3 16,-3 0 29-16,-2 0 5 16,0-13 1-16,0-7 12 15,0-4-16-15,-6 1 5 16,-3 8-3-16,1 2 10 16,2 5 9-16,-1 3-8 15,3 3 2-15,-1 2-16 16,2 0 17-16,2 0 4 0,-1 0-22 15,-4 5-2-15,-10 31-7 16,-8 22 9-16,-7 13 2 16,1 4 6-16,6-13-3 15,7-14-3-15,8-7 2 16,3-6-4-16,5-2 0 16,1-4-3-16,0-2 3 15,0-1-25-15,3-4-76 16,6-4-39-16,-1-11-89 15,-5-7-88-15</inkml:trace>
  <inkml:trace contextRef="#ctx0" brushRef="#br0" timeOffset="53982.06">17418 2826 328 0,'0'0'36'0,"0"0"-6"0,0 0-22 15,0 0 32-15,0 0 25 16,0 0 0-16,-18 0-13 16,18 0-14-16,0 0-18 15,0 0-6-15,0-1-3 16,0-1 4-16,0-3-15 15,24-8-21-15,27-14 21 16,28-15 5-16,22-12 12 16,10-4-16-16,-7 8 14 15,-17 10-15-15,-23 15-1 16,-20 9 1-16,-18 8 2 16,-13 3 2-16,-7 4-4 15,-6 1 0-15,0 0-8 16,0 0-1-16,0 0 7 0,0 0-41 15,9 0-69-15,9 0-146 16,9 0 45-16</inkml:trace>
  <inkml:trace contextRef="#ctx0" brushRef="#br0" timeOffset="54506.63">21995 2549 531 0,'0'0'45'15,"0"0"-20"-15,0 0-22 16,0 0 13-16,0 0-16 15,0 0 4-15,60-35-4 16,16 4 18-16,18-3-18 16,4 6-36-16,-10 4-142 15,-26 6-190-15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08T06:13:19.2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15078 5149 688 0,'0'0'0'15,"0"0"-4"-15,0 0 4 16,0 0 33-16,0 0-5 16,0 0-19-16,0 0-9 15,0 0 8-15,66-4-1 16,-6 4-5-16,22-2-1 16,28 0 2-16,35-3 7 15,30-3-1-15,34-2-9 0,22-2 0 16,13 0-1-16,19 0 2 15,10 4 1-15,11 2-2 16,5 5 2-16,5 1-3 16,-2 0 2-16,-4 0-1 15,-7 6 3-15,-14 6-1 16,-9 2 1-16,-13 5 8 16,-20-1-2-16,-15 0 2 15,-25 2-6-15,-22-1 5 16,-23-1 0-16,-25 0-4 15,-23 1-5-15,-27-3-1 16,-23-1-19-16,-25-3-90 16,-17-6-113-16,-16-6-149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08T06:14:04.1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10937 17067 29 0,'0'0'729'0,"0"0"-729"15,0 0 10-15,0 0-6 0,0 0 93 16,0 0-12-16,0 0-52 16,-33 0-26-16,33 0-5 15,12 0 4-15,17 0 0 16,6 0-6-16,4-1 0 15,3-3 2-15,-6 1-2 16,-3 3-8-16,-5-2-3 16,-9 2 5-16,-7 0 1 15,-5 0-6-15,-4 0 10 16,-3 0 1-16,0 0 4 16,-1 0 6-16,-18 0-5 15,-10 0-1-15,-5 2-3 16,-8 5-1-16,-2-1 0 15,0 1-6-15,7-3 2 0,4 0 4 16,14-1 0-16,4-2-1 16,7-1-2-16,7 2 0 15,1-2-2-15,0 0-1 16,0 0-4-16,3 0-13 16,18 0 16-16,5-5 4 15,6-3 6-15,2 0-2 16,-4 0 1-16,-2 3-1 15,-8-1 3-15,-2 5-4 16,-8-1 0-16,-1 2 0 16,-8 0-7-16,-1 0-3 15,0 0-6-15,0 0-44 16,0 0-98-16,2 0-170 0</inkml:trace>
  <inkml:trace contextRef="#ctx0" brushRef="#br0" timeOffset="13022.78">12582 12604 119 0,'0'0'60'0,"0"0"-47"16,0 0 33-16,0 0 42 15,0 0-19-15,0 0-15 16,0 0 16-16,-8 0-6 0,8 0-3 16,0 0-10-16,0 0 1 15,0 0-6-15,0 0-14 16,0 0-6-16,0 0-4 16,0 0-9-16,0 0-7 15,0 0 4-15,0 0 3 16,0 0 2-16,0 0 0 15,0 0-13-15,0-3-1 16,8-5-1-16,3-2 1 16,0 1-3-16,-1 1 6 15,-4 2-7-15,-2 0 6 0,-2 2-2 16,-2 0 0-16,0-2 4 16,0 1 3-16,0 0-5 15,0 0 2-15,0 2 6 16,-3 0 0-16,0-1-6 15,1 0-3-15,-1 0-2 16,2-1 2-16,-3 1-1 16,1 0 1-16,0 1 0 15,1 0 0-15,1 2 2 16,1 1 0-16,0-2 5 16,0 2-9-16,0 0 0 15,0 0 0-15,0 0-7 16,0 0 5-16,0 0 0 15,0 0 0-15,0 0-6 0,0 0 5 16,0 0 2 0,0 6 1-16,0-2 0 0,0 1 0 15,0-3 3-15,0 3-3 16,0 2-10-16,0 2-75 16,-11 1-162-16,3-4-382 15</inkml:trace>
  <inkml:trace contextRef="#ctx0" brushRef="#br0" timeOffset="27061.77">12127 15378 57 0,'0'0'29'15,"0"0"-4"-15,0 0-17 16,0 0-7-16,0 0 8 15,-52 76 0-15,43-49 35 16,3 1-15-16,5 3-21 16,1 6-8-16,0 1 0 15,1 0-15-15,11-1-3 16,6-5 4-16,5 0 8 16,1-5 3-16,4 2 3 15,0-5 4-15,-1-3-4 0,0-3 0 16,-3-8-11-1,-2-9-76-15</inkml:trace>
  <inkml:trace contextRef="#ctx0" brushRef="#br0" timeOffset="49457.98">19755 9881 217 0,'0'0'1'15,"0"0"5"-15,0 0-1 16,0 0 1-16,0 0 10 0,95-25 14 16,-83 20-12-16,-3 0-8 15,-2 3-8-15,-1 0 0 16,-6 2 2-16,0 0-4 16,0 0 2-16,0 0 17 15,-3 0 11-15,-15 0-22 16,-2 3-8-16,0 4 0 15,5 0 3-15,8-2 1 16,4-4-3-16,3-1-1 16,0 0 0-16,1 0-1 15,23 0 1-15,9-1 0 16,6-15 0-16,0-1 0 16,-7 0 2-16,-6 4 2 15,-10 5-2-15,-9 5-2 0,-4 3-1 16,-3 0-1-16,0 0-7 15,0 0 0-15,-3 0-29 16,-10 0-70-16</inkml:trace>
  <inkml:trace contextRef="#ctx0" brushRef="#br0" timeOffset="57557.73">22878 10400 480 0,'0'0'56'16,"0"0"-22"-16,0 0-11 15,0 0 54-15,0 0 10 16,0 0-7-16,0 0-23 16,-22-13-19-16,22 13-9 15,0-1-5-15,0 1 1 16,0 0-5-16,0-2-5 0,0 1-6 15,15-1-7-15,25-3-2 16,26-4 2-16,22-1 0 16,6 2 2-16,-6 3-4 15,-16 4-5-15,-19 1 3 16,-15 0-3-16,-12 0-10 16,-8 0-12-16,-9 0-19 15,-4 4-22-15,-4 5-24 16,-1-1-45-16,0-8-156 15</inkml:trace>
  <inkml:trace contextRef="#ctx0" brushRef="#br0" timeOffset="83388.86">15561 11982 378 0,'0'0'0'0,"0"0"-10"16,0 0-3-16,0 0 13 0,0 0 13 15,0 0 23-15,0 0 10 16,0 0-17-16,4-6-6 16,-38 33-5-16,-10 4-7 15,1 0 3-15,11-6 4 16,9-5 4-16,8-8 3 16,8-7-6-16,7-4 0 15,0-1-2-15,0 0-13 16,15-6 6-16,10-8 0 15,3-1 1-15,1 0-4 16,-4 2-6-16,-7 6 1 16,-9 1-2-16,-5 6-2 15,-2 0-10-15,-2 0-26 0,3 0-44 16,1 0-91-16,9 0-42 16</inkml:trace>
  <inkml:trace contextRef="#ctx0" brushRef="#br0" timeOffset="84097.1">21119 11672 159 0,'0'0'556'16,"0"0"-556"-16,0 0-20 15,110-49-3-15,-79 36 23 16,-3 1 2-16,-6 3-2 15,-2 3-1-15,-7 2-27 16,-5 4-28-16,-8 0-52 16,0 0-45-16,-3 7-102 15</inkml:trace>
  <inkml:trace contextRef="#ctx0" brushRef="#br0" timeOffset="95026.05">15513 12364 835 0,'0'0'35'16,"0"0"-21"-16,0 0 32 16,0 0 59-16,0 0-38 15,0 0-38-15,0 0-25 0,-26-25-2 16,35 25-1 0,15 14-1-16,8 1 5 0,2 3-3 15,2-2-1-15,-5-2-1 16,-6-5 2-16,-5-2-3 15,-8-6 1-15,-2 1-1 16,0-2-5-16,-3 0 2 16,0-3 1-16,-1-11 3 15,-2-5 1-15,-2-4-1 16,-2-2 3-16,0 0-2 16,-4 1 3-16,-5 4 1 15,1 4 1-15,-1 7 3 16,3 3 5-16,2 3-2 15,1 3 5-15,1 0-6 16,-4 2-7-16,-7 23-4 16,-13 19 0-16,-11 19 7 15,-9 12-3-15,-3 3-4 0,-1-5 0 16,7-5-3-16,14-5-51 16,7-12-149-16,5-14-419 15</inkml:trace>
  <inkml:trace contextRef="#ctx0" brushRef="#br0" timeOffset="96089.96">21460 12005 727 0,'0'0'36'15,"0"0"-27"-15,0 0-5 16,0 0 20-16,0 0 30 16,0 0-22-16,15 14 0 15,8 8-9-15,0-1-14 16,0 0-5-16,-3-4 0 16,-1-2-2-16,-2-3 0 15,-5-5 0-15,-5-3 0 0,-2-2-1 16,-2-2 1-16,-2 0 3 15,1 0 2-15,-2-13 5 16,0-10 0-16,0-6-2 16,0-4 0-16,-2 5 0 15,-7 5 6-15,0 9 3 16,1 7 7-16,3 7-1 16,-3 0-4-16,-1 13-15 15,-7 22-6-15,-8 15 4 16,2 10 8-16,-7 6-4 15,3 2-8-15,0 3 0 16,3 2-70-16,0-9-211 16</inkml:trace>
  <inkml:trace contextRef="#ctx0" brushRef="#br0" timeOffset="107580.58">8313 9509 513 0,'0'0'112'0,"0"0"-112"16,0 0 0-16,0 0 18 15,0 0 61-15,0 0-1 0,0 0-23 16,-38-17-5-16,38 17-10 16,0 0-7-16,0 0-8 15,0-1-10-15,0 1 2 16,0 0-5-16,0 0-5 16,0-2-6-16,0 2-1 15,12-1-9-15,37-3 3 16,37-8 6-16,46-6 7 15,34-6-6-15,22 0 3 16,15 4-3-16,-3 8 2 16,-8 5 0-16,-14 4-3 15,-13 3 0-15,-11 0-1 0,-17 0 0 16,-8 0 2-16,-11 0 2 16,-10 0-2-16,-9 0-1 15,-14 0-4-15,-20 0 2 16,-15 1-23-16,-17 6-37 15,-14 7-65-15,-16 2-119 16,-3 2-241-16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08T06:17:08.4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7198 13946 491 0,'0'0'21'15,"0"0"-21"-15,0 0 3 16,0 0 78-16,0 0 17 15,0 0-47-15,0 0-25 16,-13 2 3-16,13-2 18 16,0 0 2-16,0 0-16 0,0 0-8 15,0 0-1-15,0 0-8 16,0-4-8-16,0-3-8 16,13-7-9-16,5-1 9 15,3-4 0-15,0 4-3 16,-3 0-24-16,-2 4-8 15,-2 4 7-15,-4 2-2 16,-3 1-1-16,1 2-10 16,-2 1-58-16,-1 1-144 15,-5 0-162-15</inkml:trace>
  <inkml:trace contextRef="#ctx0" brushRef="#br0" timeOffset="4737.68">5227 13569 394 0,'0'0'102'15,"0"0"-100"-15,0 0 0 16,0 0 38-16,0 0 51 15,0 0-42-15,-37 0-27 16,37 0-2-16,0 0 10 16,0 0-3-16,0 0-13 15,0 0-2-15,0 0 5 0,0 0 0 16,0 0 0-16,0 0-2 16,0 0-5-16,0 0-1 15,0 0-5-15,0 0-4 16,0 0-5-16,1 0-7 15,10-5 12-15,8-3 11 16,2 0-11-16,8-1 0 16,2 4 2-16,8 2-1 15,10 3 0-15,3 0-1 16,6 0-1-16,-2 3-4 16,-4 2-3-16,-5 0-4 15,-5-4-3-15,-4 0 7 0,-4-1 5 16,-4 0 0-16,-2 0 2 15,-7 0-6-15,-3 0 6 16,-5 0 1-16,-4 0 0 16,-1-1 0-16,-4 1 0 15,2-1-7-15,-3 1 3 16,-1-2-3-16,1 1 3 16,-2 1 4-16,1 0 2 15,-2 0 9-15,0 0-4 16,0 0 6-16,0-5 1 15,-9-2 3-15,-9-1-17 16,-6-4 4-16,-2 1 1 16,-5-1-4-16,1-2 5 0,-3 0-3 15,2-1-2-15,4 2 1 16,-1 2 4-16,4 1 3 16,0 2-5-16,6 1 1 15,-1 2 12-15,7 2-12 16,0 0 3-16,3 0 2 15,5 3-7-15,-1-1 0 16,5 1 1-16,0 0-2 16,0 0-1-16,0 0 0 15,0 0-1-15,0 0-2 16,0 0-8-16,0-2 1 16,0 2-8-16,14 0 4 15,5 0 13-15,4 0 2 0,2 0-2 16,2 0 0-1,-2 2-1-15,8 6 1 0,-3 2 0 16,1 1 0-16,2 2-2 16,-2-1 1-16,-1 3 0 15,0-3 1-15,-5 0-13 16,-4-1 10-16,-9-1-8 16,0-2 1-16,-6 3-1 15,-6 2 5-15,0 3 6 16,-6 4 7-16,-11 1 2 15,-5 1-6-15,-3 4-3 16,0-1-18-16,-1 4-43 0,1 7-40 16,1-2-68-16,3-3-178 0</inkml:trace>
  <inkml:trace contextRef="#ctx0" brushRef="#br0" timeOffset="9081.7">5105 14862 463 0,'0'0'43'16,"0"0"-40"-16,0 0-1 0,0 0 89 15,0 0-5-15,0 0-38 16,0 0-27-16,-15-13 1 16,15 13 5-16,0 0 2 15,0 0-14-15,0 0-9 16,0 0-6-16,9 0-9 15,6 0 0-15,13 0 9 16,7 0 7-16,-1 0-7 16,5-3-1-16,4-3 1 15,-1-2 1-15,1-1-1 16,-3 4-7-16,2-1 0 16,0 3 3-16,-3 2 2 15,-5 1-6-15,-6 0-6 0,-7 0-1 16,-4 0 5-16,-6 0 4 15,-3 0-1-15,-5 0 6 16,-3 0 1-16,0 0 0 16,0 0 4-16,0 0 3 15,0 0 2-15,0 0 2 16,0 0 2-16,-8-3-2 16,-8-5-10-16,-2-2 1 0,-1 0 0 15,-5-1-1-15,-1 1 11 16,-2 0-5-1,3 1 1-15,0 2 6 16,3 2 13-16,6-1-17 16,0 2 6-16,5 1-13 0,4 0 0 15,3 3 10 1,3-1-4-16,0 1-9 0,0 0-2 16,0 0-7-16,0 0-3 15,7 0-11-15,13 0 12 16,10 1 10-16,7 12 2 15,0 2-1-15,2 4 0 16,-3-1-10-16,-8-1-4 16,-7 0 9-16,-6-2-6 15,-6-1 5-15,-6 3 0 16,-3 2 6-16,0 3 5 16,-10 5 0-16,-7 2 1 0,-1 0-6 15,0 0-29 1,3-3-44-16,3 0-20 0,3-3-96 15,4-1-21-15</inkml:trace>
  <inkml:trace contextRef="#ctx0" brushRef="#br0" timeOffset="11051.16">6942 15044 369 0,'0'0'193'15,"0"0"-190"-15,0 0-3 16,0 0 60-16,0 0 46 15,0 0-62-15,-11-2-28 16,11 2-1-16,0 0 6 16,0-1 4-16,0 1-13 0,0-2-1 15,0 1-6-15,3 1-5 16,12-1 1-16,0 1-1 16,7-2 0-16,-1-1-6 15,-3 0 0-15,3 1-3 16,-3-1 1-16,-2-2 4 15,-2 3 2-15,-1 0 2 16,-8 1 0-16,-2 1 0 16,-3 0 2-16,0 0 3 15,0 0 4-15,0 0 12 16,-5 0 6-16,-11 0-16 16,-7 0-10-16,-2 0-1 0,0 0 2 15,-4 0-2-15,4 3 2 16,5-1-2-16,4 1 0 15,7-1 0-15,3-1 1 16,2-1-1-16,4 0 0 16,0 0-2-16,0 0-3 15,0 0-5-15,0 0 6 16,0 0-3-16,4 0 2 16,8 0 1-16,2 0 2 15,-1 0-2-15,2 0 3 16,0 0-1-16,-5 0 2 15,2 0-1-15,-6 0 0 16,-1 0 1-16,-1 0-1 16,-2 0 1-16,-2 0 2 0,0 0-2 15,0 0 1-15,0 0 2 16,0 0 3 0,0 0-4-16,0 0 5 0,0 0 0 15,0 0-2-15,0 0-3 16,0 0-2-16,0 0 0 15,0 0 0-15,0 0-6 0,0 0 1 16,0 0 4 0,0 0-1-16,0 0 1 15,0 0 1-15,0 0 0 16,0 0 1-16,0 0-1 16,0 0 0-16,0 0 0 15,0 0-1-15,0 0 1 0,0 0-1 16,0 0 1-16,0 0 0 15,0 0 0 1,0 0 0-16,0 2 0 0,0-2 0 16,0 0 0-16,0 0 0 15,0 0-3-15,0 0 1 16,0 0-7-16,0 0-10 16,0 0-14-16,0 0-20 15,0 4-58-15,0-1-84 16,0 0-147-16</inkml:trace>
  <inkml:trace contextRef="#ctx0" brushRef="#br0" timeOffset="14433.52">8571 15088 618 0,'0'0'101'16,"0"0"-101"-16,0 0 0 16,0 0 5-16,0 0 54 15,0 0-41-15,0 0-18 16,-6-5 0-16,19-2 0 15,5 1 0-15,3 2 0 16,3 3 0-16,-3-1 0 16,4 2 0-16,-4 0-4 15,-4 0 4-15,-3 0-1 0,-5 0 1 0,-3 0 0 16,-4 0 2 0,-2 0-2-1,0 0 5-15,0 0 1 0,-2 0 5 16,-11 0 2-16,-6 0-10 15,-5 0-2-15,1 0 0 16,-2 0-1-16,1 0 1 16,2 0-1-16,4 0 3 15,0 0-3-15,4 0 4 16,3 0 10-16,3 0 6 16,2 0-2-16,3 0 0 15,1 0-6-15,2 0-1 16,0 0-8-16,0 0-3 15,5 0-5-15,13 0 4 16,3 0 1-16,1 0 0 16,0 0-1-16,-2 0-1 15,-1 0 0-15,-5 0-4 0,-1 0-4 16,-5 0 6-16,-5 0-1 16,-3 0 5-16,0 0 1 15,0 0 7-15,0 0 3 16,-9 0-1-16,-9 0-4 15,-2 0-3-15,-5 2-2 16,3 1-1-16,-2-3-5 16,10 1 0-16,0-1 1 15,6 0-4-15,2 0 8 16,3 0 0-16,3 0 0 16,0 0-3-16,0 0-2 0,0 0-5 15,0 0-6 1,12 0-20-16,9 0 28 0,1 0-4 15,1 0-11-15,-1 0 5 16,-4 0 6-16,-3 0 4 16,-2-1 7-16,-7-1 0 15,-1 1-2-15,-4 1-3 16,-1 0 1-16,0 0-12 16,-3 0-20-16,-10 1-36 15,-1 3-94-15,1 2 61 16,-5-2 10-16,7-2-27 15</inkml:trace>
  <inkml:trace contextRef="#ctx0" brushRef="#br0" timeOffset="15525.65">8604 15058 452 0,'0'0'0'15,"0"0"-10"-15,0 0 10 16,0 0 96-16,0 0-65 0,0 0-23 16,0 0-2-1,0 0-2-15,1 0-4 0,1 0-5 16,3 0 5-16,0 0 1 15,-2 0-1-15,5-1 2 16,-4-4-2-16,2-2-2 16,0 0-19-16,-2 1-39 15,-1 2-6-15,-1 1 28 16,-1 2 3-16,-1 1-29 16,0 0-73-16</inkml:trace>
  <inkml:trace contextRef="#ctx0" brushRef="#br0" timeOffset="33301.03">7109 14098 134 0,'0'0'616'15,"0"0"-594"-15,0 0-18 16,0 0-4-16,0 0 63 16,0 0 25-16,0 0-56 0,-20 10-12 15,20-10 6 1,0 0-1-16,12-8-10 0,14-12-12 15,9-3 9-15,4-1 2 16,-6 3-4-16,-5 6-8 16,-8 3 0-16,-4 4-1 15,-4 3 0-15,-3 3-1 16,-5 2-1-16,-2 0 0 16,-2 0-7-16,6-2-48 15,10-1-79-15,-1-2-112 16,6-8-233-16</inkml:trace>
  <inkml:trace contextRef="#ctx0" brushRef="#br0" timeOffset="35184.5">8687 13407 301 0,'0'0'59'15,"0"0"-42"-15,0 0 42 16,0 0 46-16,0 0-54 15,0 0 0-15,-33-3-17 16,27 3-16-16,3 0 13 0,-4 0 7 16,1 0-10-1,0 0-12-15,-3 0-2 0,1 0-7 16,-3 5 4-16,0 5-5 16,-2 3 3-16,-1 4-2 15,2 2 2-15,2 2 4 16,1-1-4-16,4 2-4 15,2-1-3-15,2 3 4 16,1-2-3-16,0 4 3 16,0 1-2-16,9-2-4 15,10 2 1-15,2-1 3 16,5-4-4-16,-1-2 0 16,6-5 0-16,-1-2 0 15,0-6-2-15,1-3 2 16,-1-4 0-16,0 0 0 0,3-8-1 15,-3-11-2-15,-1-3-5 16,-2-3-2-16,-4-5 0 16,-2 0 3-16,-4-1 2 15,-3 0-2-15,-3-1 7 16,-3 1-1-16,-5-2 1 16,-3 1 1-16,0-4-1 15,0 1 0-15,-14 0 0 16,-3 2-1-16,-1 1 0 15,0 4 1-15,-3 4 0 16,1 2 2-16,0 7 6 16,1 3-4-16,-2 3 3 0,6 2-5 15,-3 3 7 1,0 1-4-16,2 0-3 0,-1 3 1 16,1 0-3-16,2 0 2 15,0 0-2-15,1 7 0 16,0 3-1-16,1 1 2 15,0 5-1-15,2-1 0 16,2 2 0-16,1 2 0 16,2-1 0-16,0-1 0 15,3 2 3-15,2 0-1 16,0-1 0-16,0 2 0 16,0-2-2-16,0 0 2 15,7 0 0-15,1-3-1 16,2-2-1-16,5 0 2 15,0-2 0-15,6 0-2 0,1 0-1 16,1-1 1-16,7 0 2 16,0 2-1-16,1-2-1 15,0 1 0-15,2 1 0 16,0 1 0-16,-2 4-1 16,-1 4 0-16,-3 5-1 15,-6 7-5-15,-9 16-24 16,-9 20-40-16,-3 20-55 15,-23 12-269-15</inkml:trace>
  <inkml:trace contextRef="#ctx0" brushRef="#br0" timeOffset="62719.92">7400 13459 413 0,'0'0'0'16,"-75"76"-6"-16,26-31 6 15,-6-1 30-15,4-9 42 16,3-10-16-16,9-10-12 0,5-13 2 16,6-2 1-1,7-7 1-15,4-16-4 0,9-10-44 16,8-7 0-16,4 1 2 16,15 5-2-16,7 7-1 15,-4 12-3-15,-4 8 2 16,-3 7 0-16,-6 0-2 15,-5 13 4-15,-4 16 10 16,-12 14-8-16,-24 6 15 16,-14 2-11-16,-7-9 1 15,2-9-1-15,10-17 7 16,11-10 13-16,7-6-5 16,9-12-1-16,12-24-20 15,6-15-23-15,13-10 17 0,20 1 5 16,8 8 0-16,-1 16-8 15,0 14 7-15,-4 12-3 16,-2 10 0-16,-5 7-4 16,-11 21 9-16,-8 13 7 15,-10 10 4-15,-3 5-6 16,-25 4 8-16,-12-8-6 16,-2-10 0-16,4-14 4 15,4-15 3-15,10-13 6 16,5 0 7-16,2-24-18 15,6-18-9-15,11-15-14 16,0-12 7-16,20 0 7 16,16 10-1-16,4 15-5 0,2 17-1 15,-1 16 2-15,0 11 1 16,-5 11-3-16,-2 26 7 16,-5 15 2-16,-17 10 4 15,-12 6 2-15,-5-3-4 16,-26-6 3-16,-8-8 0 15,0-14 3-15,7-15-3 16,3-14 1-16,5-8 22 16,3-22-15-16,8-24-15 15,6-25-24-15,7-13 24 16,14-7-2-16,21 8 0 16,8 15 0-16,8 19-7 0,2 20 6 15,1 17 0 1,-5 12-4-16,-4 12-1 0,-12 25 8 15,-15 12 3-15,-15 8-3 16,-6 5-3-16,-33 0 3 16,-12-2 4-16,-9-14 5 15,1-12-1-15,2-16 2 16,9-15 3-16,5-3 3 16,7-21 4-16,12-16-14 0,5-9-6 15,16-7-10 1,6 0 5-16,25 9-3 15,15 10-42-15,11 13-40 16,15 11-50-16,8 7-93 0,6 3-49 16</inkml:trace>
  <inkml:trace contextRef="#ctx0" brushRef="#br0" timeOffset="64208.77">6731 15087 491 0,'0'0'79'16,"0"0"-79"-16,0 0 10 15,0 0 68-15,0 0-11 16,0 0-56-16,3 0-11 16,25 0 0-16,11-1 16 15,8-2-7-15,2 0 9 16,-4 0-14-16,-7-1-3 16,-11 1 2-16,-6 1-2 15,-8-1 2-15,-5 3-2 16,-5 0-1-16,-3 0-1 15,0 0-19-15,0 0-74 16,0 0-225-16</inkml:trace>
  <inkml:trace contextRef="#ctx0" brushRef="#br0" timeOffset="65040.12">8435 15070 678 0,'0'0'48'15,"0"0"-44"-15,0 0 29 16,0 0 50-16,0 0-26 16,0 0-42-16,60-52-6 15,-32 39-1-15,-4 3-6 16,-6 5-1-16,-5 1 0 15,-1 2-2-15,-4 2-1 16,-4 0-2-16,-2 0 4 16,1 0 1-16,-1 0 1 0,1 0 3 15,0 0-4-15,2 0-1 16,1 0-12-16,2 0-54 16,3 0-58-16,-2 0-140 15,-4 0-86-15</inkml:trace>
  <inkml:trace contextRef="#ctx0" brushRef="#br0" timeOffset="67132.2">8623 13532 45 0,'0'0'308'0,"0"0"-296"0,-54-102-11 16,50 76 33-1,4 5 53-15,0 5-14 0,4 8-36 16,13 5-21-16,6 3-16 16,5 8-13-16,0 18 13 15,0 6 1-15,-7 8 0 16,-9 2 1-16,-12 2-2 15,-1 1 0-15,-31 0 5 16,-8-4 8-16,-11-7-11 16,3-10 19-16,1-13 40 15,6-9-13-15,7-2-5 16,4-11-10-16,5-19-17 16,7-11-9-16,11-10-7 15,7-4 0-15,11 1-1 0,22 8 1 16,6 10-2-16,6 11-1 15,4 13 2-15,5 12-9 16,-2 0 7-16,0 18 3 16,-6 11 0-16,-8 8-2 15,-17 5 2-15,-14 4 0 16,-7 3 3-16,-22-1 1 16,-17-5 1-16,-7-5 2 15,1-15 13-15,2-9 4 16,7-10 14-16,5-4-10 15,2-7-4-15,8-18-3 16,5-12-17-16,8-6-4 0,8-8-11 16,6 0 10-16,23 6-3 15,5 10 2-15,5 8 1 16,2 8-3-16,3 11-2 16,-1 8 1-16,-1 0-2 15,-6 11 2-15,-8 14-6 16,-9 7 2-16,-11 6 2 15,-8 7 1-15,-13 3 3 16,-22 1 3-16,-10-3 4 16,-2-11 5-16,5-10-1 15,6-11 1-15,9-11 6 16,5-3 7-16,5-10-6 16,4-19-9-16,10-15-7 0,3-10-20 15,15-2 16-15,16 2 1 16,11 10 2-16,0 14-9 15,2 8-2-15,-5 10 1 16,-6 7 3-16,-6 5-11 16,-5 6-22-16,-10 21-11 15,-9 11-45-15,-3 4-68 16,-15-1-283-16</inkml:trace>
  <inkml:trace contextRef="#ctx0" brushRef="#br0" timeOffset="68850.67">6878 14661 446 0,'0'0'17'16,"0"0"-15"-16,-114 71-1 16,74-32 88-16,12 5-20 15,8 4-26-15,14 4-16 16,6 6-12-16,6 1-2 15,21-3 3-15,9-6-6 16,7-12-6-16,6-5-4 16,5-10 0-16,1-10-3 15,5-7 3-15,0-6 1 16,-1-4 1-16,-4-21 4 16,-8-11-3-16,-6-9 1 0,-9-10 8 15,-7-4-6-15,-10 0 36 16,-10-1-2-16,-5 1-3 15,-8-2 3-15,-16 2-12 16,-9 2-5-16,-10 8-6 16,-3 8 0-16,-4 10 4 15,1 9-8-15,4 8-5 16,1 8-2-16,2 6-1 16,-1 0-1-16,7 14-2 15,5 7-1-15,4 7-1 16,13 8 0-16,7 10 0 15,7 8 0-15,0 2 0 0,18-4 0 16,16-6 0-16,9-10 0 16,11-8-2-16,10-9 0 15,11-11 4-15,2-5 1 16,-5-3-1-16,-8 0-1 16,-12 6 2-16,-11 4-2 15,-13 6-1-15,-7 13 0 16,-9 6 1-16,-9 10 5 15,-3 5-6-15,0-1-17 16,-3 0-82-16,-6-6-126 16,0-11-178-16</inkml:trace>
  <inkml:trace contextRef="#ctx0" brushRef="#br0" timeOffset="72781.95">6821 15315 151 0,'0'0'10'0,"0"0"-10"16,0 0 1-16,0 0 4 16,65 79 0-16,-65-64 14 15,-1 1 18-15,-17-5 15 16,-4-2 4-16,-5-4-5 16,3-5 28-16,-6 0-3 0,0-16-22 15,6-11-18 1,2-9-19-16,10-6-15 0,7-4 16 15,5-1-14-15,11-3-4 16,19 2-3-16,7 7 2 16,6 9-4-16,-2 15 3 15,4 14-3-15,-4 3-3 16,1 23-5-16,-3 7 13 16,-8 9 0-16,-10 0-1 15,-15 1 1-15,-6-2 2 16,-18-2 5-16,-19-3 6 15,-11-6 3-15,-6-8 3 16,-1-10 6-16,1-9 13 0,5-9 9 16,9-22-12-16,4-14-35 15,15-12 0-15,8-17 0 16,13-8 1-16,3 2-1 16,28 9-2-16,15 18 0 15,8 14-6-15,9 14 6 16,1 14-5-16,0 11-2 15,2 0-1-15,-4 21 0 16,-5 11-6-16,-12 4-7 16,-12 6-2-16,-20 6 10 15,-13 3 15-15,-27 0 9 16,-22-5 2-16,-12-9 2 16,0-12 17-16,5-11 19 15,6-14 4-15,8 0-11 0,5-25-13 16,7-17-29-16,7-15 7 15,13-8-7-15,10 1 1 16,13 8-1-16,23 14-4 16,8 11-2-16,5 10-11 15,6 11-13-15,4 10-29 16,6 0-24-16,3 21-22 16,4 6-82-16,-1-3-12 15</inkml:trace>
  <inkml:trace contextRef="#ctx0" brushRef="#br0" timeOffset="73521.39">8769 14727 462 0,'0'0'20'16,"0"0"6"-16,0 0 46 16,-88-29-11-16,58 29 1 15,-1 16-39-15,0 13-19 16,2 8 3-16,7 5 11 15,8 3 5-15,11 0-13 0,3-1-1 16,3-3-4 0,20-7-2-16,1-7-3 0,7-9 0 15,5-11 0-15,4-7 7 16,2-1 2-16,1-23 0 16,-4-9-1-16,-5-5-4 15,-5-4 2-15,-10-2-1 16,-4-1 1-16,-12-4 0 15,-3-4 8-15,0 0-7 16,-25-1 13-16,-10 6-6 16,-8 8-13-16,-8 13 0 15,-2 12 15-15,-4 14-8 16,3 1-8-16,8 10 1 16,12 9 5-16,10 4-2 15,18 4-4-15,6 1-1 0,3 4 1 16,25 7 8-16,17-1 2 15,6 3 7-15,7-3-1 16,0-3-10-16,2-1-4 16,-7-2 0-16,-5 7-2 15,-6 8 0-15,-11 12-22 16,-13 9-44-16,-9 13-75 16,-9 3-79-16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08T06:18:32.8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6569 5050 614 0,'0'0'28'0,"0"0"-26"16,0 0 2-16,0 0 56 15,0 0 4-15,0 0-22 16,0 0-42-16,50-8-3 0,7-5 3 16,15-1 5-16,-2-1 5 15,-6 4-5-15,-16 6 4 16,-14 2-9-16,-12 3-1 16,-5 0 0-16,-4 0-1 15,-8 0 2-15,-1 0-6 16,-4 0 4-16,3 0-20 15,-3 0-57-15,0-14-121 16,-7-10-310-16</inkml:trace>
  <inkml:trace contextRef="#ctx0" brushRef="#br0" timeOffset="10467.54">6830 5949 377 0,'0'0'88'0,"0"0"-71"0,0 0-6 15,0 0 49-15,0 0 0 16,0 0-18-16,0 0-10 16,0 0-7-16,-33 0-11 15,33 0 2-15,0 0-2 16,0 0 7-16,0 0-21 16,0-2-9-16,12-2-25 15,4 0 34-15,8 1 0 16,-3-1 0-16,-3 3-3 15,-9 1-17-15,-5 0 6 16,-4 0 4-16,0 0-4 16,0 0-6-16,0 0 20 0,-10 0-3 15,-11 1 2-15,-6 5 1 16,2-1-1-16,5-1-1 16,1 1 2-16,10-3 0 15,6-2 2-15,3 0-2 16,0 0 0-16,0 0 0 15,0 0-23-15,0 0 7 16,6 0-47-16,15-1 62 16,0-3-2-16,3-2 0 15,-7 5-5-15,-9 0-3 16,-2-1 6-16,-6 2-8 16,0 0-9-16,0 0-3 15,0 2 18-15,-9 9-66 0,-1-3-86 16</inkml:trace>
  <inkml:trace contextRef="#ctx0" brushRef="#br0" timeOffset="26239.53">14919 7321 312 0,'0'0'123'0,"0"0"-122"15,0 0 0 1,0 0 28-16,0 0 51 0,0 0-36 16,0 0-17-16,-1 0-9 15,1 0-4-15,0 0 0 16,0 0-4-16,0 0-1 15,0 0 1-15,0 0-5 16,0 0 0-16,0 0-3 16,0 0 0-16,0 0-1 15,0 0-1-15,0 0 1 16,0 0 0-16,0 0 0 16,0 0 4-16,0 0-4 15,0 0-1-15,0 0 0 16,0 0 1-16,0 0 5 0,0 0-4 15,0 0-1-15,0 0 0 16,0 0 1-16,0 0 3 16,0 0 3-16,0 0 2 15,0 0-2-15,0 0 0 16,0 0-5-16,0 0 5 16,0 0-6-16,0 0 2 15,0 0-2-15,0 0-1 16,0 0 4-16,0 0-3 15,0 0 0-15,0 0 2 16,0 0-2-16,0 0 0 16,0 0 2-16,0 0-1 15,0 0-1-15,0 0 0 0,0 0-2 16,0 0 0 0,0 0 0-16,0 0-2 0,0 1 1 15,0-1-1-15,0 0-1 16,0 2-12-16,0 0-47 15,0 3-26-15,0-4-149 16</inkml:trace>
  <inkml:trace contextRef="#ctx0" brushRef="#br0" timeOffset="27417.77">16372 7295 470 0,'0'0'0'16,"0"0"0"-16,0 0 0 15,0 0 59-15,0 0 2 0,0 0-23 16,0 0-20-16,0 1-8 16,0-1 0-16,0 0 2 15,0 0-5-15,0 2 0 16,0-1-2-16,0-1 2 15,0 0-7-15,0 0 3 16,0 0-6-16,0 0 2 16,0 0-7-16,0 0-24 15,0 2-44-15,0-2-104 16,0 0-101-16</inkml:trace>
  <inkml:trace contextRef="#ctx0" brushRef="#br0" timeOffset="28716.66">18148 7258 417 0,'0'0'17'15,"0"0"-15"-15,0 0 2 16,0 0 59-16,0 0-11 16,0 0-6-16,-14 0-20 15,14 0-12-15,0 0-9 16,0 0-1-16,0 0 2 0,0 0-4 16,-2 0-1-1,2 0-1-15,0 0 3 16,0 0-2-16,0 0 0 15,0 0 2-15,0 0-1 0,0 0-1 16,0 0 1-16,0 0-1 16,0 0-1-16,0 0 2 15,0 0-2-15,0 0-1 16,0 0 1-16,0 0-1 16,0 0-9-16,0 0-5 15,0 0-8-15,0 0-30 16,0 0-113-16</inkml:trace>
  <inkml:trace contextRef="#ctx0" brushRef="#br0" timeOffset="29431.83">19713 7325 502 0,'0'0'0'0,"0"0"-16"16,0 0 16-16,0 0 48 16,0 0 6-16,0 0-10 0,0 0-18 15,0 0-13 1,0 0-2-16,0 0 10 15,0 0-7-15,0 0 0 0,0 0-4 16,0 0-2-16,0 0-5 16,0 0 0-16,0 0-3 15,0 0-3-15,0 0-38 16,0-7-70-16,0-3-221 16</inkml:trace>
  <inkml:trace contextRef="#ctx0" brushRef="#br0" timeOffset="39090.55">18580 6156 224 0,'0'0'265'16,"0"0"-263"-16,0 0-1 16,0 0 8-16,0 0 39 15,0 0-18-15,0 0-30 16,0 0-7-16,0 0-21 16,0 0-27-16,0 0 12 15,0 0 31-15,0 0 7 16,-4 0-3-16,-11 5 8 15,-5 2 3-15,3 0 8 16,5-1 10-16,7-4 9 16,5-2-5-16,0 0-1 0,0 0-12 15,8 0-4-15,11 0-5 16,5-8 29-16,-2-1-23 16,-4 2-9-16,-9 6-23 15,-9 1-83-15,0 0-59 16</inkml:trace>
  <inkml:trace contextRef="#ctx0" brushRef="#br0" timeOffset="43657.31">19523 6350 200 0,'0'0'22'16,"0"0"5"-16,0 0-19 15,0 0 27-15,0 0 37 16,0 0-19-16,0 0-28 15,0-16 11-15,0 15-8 16,0 1 4-16,0 0-10 0,0 0-6 16,0 0-5-16,0 0-1 15,0-2 0-15,0 2 4 16,0 0 1-16,0 0-2 16,0 0 0-16,0 0-5 15,0 0 4-15,2 0-2 16,4-1-5-16,7-5-3 15,11-1-4-15,11-1 2 16,10-2-3-16,3 2-41 16,-6 3-47-16,-14 3-100 15,-19-1-46-15</inkml:trace>
  <inkml:trace contextRef="#ctx0" brushRef="#br0" timeOffset="60452.48">18292 5941 275 0,'0'0'195'15,"-110"37"-185"-15,49-22-4 16,0-8 40-16,13-7 35 0,10-2-14 16,15-20-9-1,13-9-27-15,10-12-22 16,0-3-7-16,19-5-1 15,10 6 1-15,6 8 9 0,1 10-7 16,-1 13 1-16,-5 7-4 16,-6 7-1-16,0 0 0 15,-5 17-4-15,-4 7 1 16,-9 6 3-16,-6 3 4 16,-7 0-1-16,-28 1 2 15,-15-5 6-15,-11-3 5 16,-2-7 4-16,9-10 4 15,11-7 11-15,13-2 1 16,13-9-12-16,7-12-6 0,9-8-3 16,1-7-15-16,21-4-1 15,14 1-9-15,14 7-1 16,3 9 8-16,1 10-2 16,1 12 4-16,-8 1-2 15,-3 15 0-15,-8 17 1 16,-13 5-1-16,-15 9-5 15,-7 0 6-15,-23 5-12 16,-25 0 13-16,-21-4 1 16,-5-10 0-16,2-11 7 15,9-15 12-15,16-11 5 16,12 0 4-16,10-25 5 16,8-15-20-16,13-11-8 0,4-6-5 15,21-4-4-15,19 7-4 16,12 11 7-16,5 12-1 15,6 16 0-15,-1 15 1 16,0 0-6-16,-6 25 6 16,-11 7-6-16,-10 7 4 15,-16 5-5-15,-16 0-3 16,-3 0-3-16,-35-1 14 16,-21-3 0-16,-18-9 8 15,-6-13 29-15,4-11 2 16,12-7 1-16,12-14 3 15,13-20-8-15,13-8-14 16,15-6-9-16,11-1-12 16,14 2-11-16,25 3-6 0,18 8 1 15,12 10-18-15,8 11-8 16,8 13-28-16,-3 2-30 16,3 5-73-16,0 12-41 15,-2-2-202-15</inkml:trace>
  <inkml:trace contextRef="#ctx0" brushRef="#br0" timeOffset="61191.31">19895 5688 643 0,'0'0'8'0,"0"0"-3"16,0 0 51-16,0 0 66 15,-91-41-46-15,59 41-40 0,1 0-11 16,0 14 0-16,-1 11 4 16,2 8-12-16,2 9 8 15,3 8-6-15,7 5 1 16,5 4 3-16,9-1-9 15,4-6-12-15,8-8-2 16,17-9-2-16,8-8-3 16,10-10 5-16,5-12-7 15,6-5 6-15,2-11-2 16,2-17-8-16,-5-10 2 16,-4-9 8-16,-8-8 1 15,-7-7-1-15,-7-1 0 0,-11-1-7 16,-9 6 8-16,-7 7-5 15,0 11 5-15,-16 11 0 16,-14 12 11-16,-13 9 0 16,-14 8-10-16,-5 0 10 15,-4 17-4-15,9 11 5 16,15 8 4-16,14 3-11 16,16 3-2-16,12 2 4 15,6 0 0-15,31-2-6 16,16-1-1-16,9 0 0 15,2-3 1-15,-1 0 0 16,-8-3-1-16,-11-1 1 16,-15 0 2-16,-9 0-2 0,-14-2 0 15,-6 2-2 1,-5 2-3-16,-17 0-52 0,-6 1-82 16,-1-2-165-16</inkml:trace>
  <inkml:trace contextRef="#ctx0" brushRef="#br0" timeOffset="64742.7">14949 7343 374 0,'0'0'30'16,"0"0"-7"-16,0 0 11 15,0 0 68-15,0 0-43 16,0 0-25-16,0 0-12 15,-9 0 2-15,9 0 3 16,0 0-1-16,0 0 3 16,0 0-9-16,0 0-2 15,0 0-2-15,0 0-4 16,0 0-12-16,6 0-10 0,10 0 10 16,1 0 2-1,-1 0-1-15,-4-1-1 0,0-1-5 16,-6 2-4-1,-3 0 4-15,-2 0 3 0,1 0-1 16,-2-1 3-16,0 1 2 16,0 0-2-16,0 0 0 15,0 0-3-15,-11 0-2 16,-3 0-6-16,-2 0-12 16,0 0 8-16,4 0 3 15,1 0 4-15,1 1 4 16,6 1 4-16,1-2 0 15,1 0 0-15,2 0 0 16,0 0 1-16,0 0 0 0,0 0 4 16,0 0 1-1,0 0-6-15,0 0-3 0,2 0 2 16,8 0 1-16,4 0 0 16,-1 0 0-16,2 0 1 15,-4 0-1-15,-4 0 2 16,-1 0-2-16,-4 0 1 15,-2 0-1-15,0 0 1 16,0 0 3-16,0 0 1 16,0 0 15-16,0 0 0 0,0 0-5 15,0 0-7 1,0 0-8-16,0 0-4 16,-2 0-12-16,-1 0-2 15,2 0-6-15,-4 0 6 16,1 0-1-16,-3 0-8 0,-1 0-3 15,0 0-20-15,-2-7-194 16</inkml:trace>
  <inkml:trace contextRef="#ctx0" brushRef="#br0" timeOffset="66306.42">16287 7352 565 0,'0'0'16'0,"0"0"-16"15,0 0 0-15,0 0 6 16,0 0 21-16,0 0-23 15,21 0 1-15,-2-5-4 16,2 1 3-16,-1 0-8 0,-2 0 4 16,-4 0-4-1,-5 1 4-15,-3 1 0 0,-4 2 1 16,-2-1 1-16,0 1 4 16,-2 0 15-16,-15 0-9 15,-5 0-11-15,-3 1-2 16,-2 8 1-16,4-2 0 15,6-2 1-15,5 1-1 16,6-3-1-16,5-1 1 16,1 0-11-16,0-1-1 15,0-1-9-15,13 0 14 16,5 0 7-16,1 0-3 16,0 0 1-16,-3-1 2 15,-4-2 1-15,-4 0-1 16,-5 2 1-16,-3 1-1 0,0 0 8 15,0 0 8-15,0 0 14 16,0 0-13-16,-3 0-10 16,-2 0-7-16,2 0 0 15,1 0-21-15,1 0-43 16,1 0-141-16,0 0-93 16</inkml:trace>
  <inkml:trace contextRef="#ctx0" brushRef="#br0" timeOffset="68270.38">16493 7020 398 0,'0'0'122'16,"0"0"-93"-16,0 0 10 15,0 0 65-15,0 0-8 16,0 0-21-16,-90-34-36 16,77 34-10-16,-2 0 1 15,-1 11 0-15,-2 7-5 16,-2 11-7-16,1 6-6 16,4 5 9-16,2 5-6 15,7-1 2-15,4-3-5 16,2-5 0-16,0-3-1 15,18-5 2-15,7-4-8 16,7-6-2-16,3-6 3 16,9-7-2-16,2-5-2 0,0 0 2 15,0-10-3-15,-2-8 2 16,-7-6 0-16,-4-3-1 16,-6-5 2-16,-5-4-3 15,-7-4 5-15,-6-7-5 16,-8-2 3-16,-1-1-1 15,-3 5 1-15,-13 7-3 16,-6 6 0-16,-4 3-1 16,-2 7 5-16,-6 5-4 15,-5 4 1-15,-3 5 5 16,-4 6-6-16,1 2 0 16,5 0-2-16,1 14 1 15,8 3-1-15,5 3-2 16,4 1 3-16,4 0 5 15,8 1-2-15,4 0-2 0,6 2-1 16,0 0 5-16,18 2 3 16,13 1-8-16,11 3 2 15,4 1 2-15,8-3-4 16,1 1 0-16,-4-4 2 16,-2 2-1-16,-4 0 1 15,-7 0 0-15,-3-2-2 16,-9 0 0-16,-4-2 0 15,-8 0-1-15,-5-1 1 16,-6 2-5-16,-3 5 0 0,-7 4-66 16,-23 1-164-1</inkml:trace>
  <inkml:trace contextRef="#ctx0" brushRef="#br0" timeOffset="72873.93">14802 8671 406 0,'0'0'17'15,"0"0"-17"-15,0 0 0 16,0 0 13-16,0 0 54 0,0 0-11 16,0 0-35-16,0 0-12 15,20 0 1-15,8 0 4 16,5 0-6-16,0 0-1 16,-3-4-5-16,-2 2 0 15,-7 1-2-15,-6 0 0 16,-3 1-4-16,-6 0-17 15,-3 0-31-15,-3 0-77 16,0 0-62-16</inkml:trace>
  <inkml:trace contextRef="#ctx0" brushRef="#br0" timeOffset="73416.53">16025 8623 586 0,'0'0'0'0,"0"0"-5"0,0 0 5 16,0 0 6-16,0 0 35 15,85 1-19-15,-51-1-16 16,7 0-4-16,4 0-2 16,4-4-9-16,-2-2-40 15,-3 1-91-15,-3-1-141 16</inkml:trace>
  <inkml:trace contextRef="#ctx0" brushRef="#br0" timeOffset="73831.92">17723 8578 483 0,'0'0'240'16,"0"0"-226"-16,0 0-12 16,0 0 35-16,0 0 35 15,0 0-18-15,7 1-44 16,19-1-7-16,12 0-3 0,2 0-46 16,1 0-62-1,-1 0-65-15,-4 0-205 16</inkml:trace>
  <inkml:trace contextRef="#ctx0" brushRef="#br0" timeOffset="74283.84">19674 8520 635 0,'0'0'45'16,"0"0"-43"-16,0 0-2 15,0 0 22-15,0 0 1 16,100 0-20-16,-67 0-3 0,0-6-27 16,-5 3-69-1,-11 0-128-15,-7 3-46 0</inkml:trace>
  <inkml:trace contextRef="#ctx0" brushRef="#br0" timeOffset="76371.42">16320 7586 452 0,'0'0'48'0,"0"0"-48"16,0 0 2-16,0 0 2 15,0 0 38-15,0 0-8 16,50 0-16-16,-22 0-12 16,0 0-6-16,-4-1-2 0,-4 1 2 15,-6 0-1-15,-4 0 0 16,-7 0-5-16,-3 0 2 16,0 0-7-16,-1 0 11 15,-17 0 0-15,-4 2 4 16,-2 1-3-16,-3 0 1 15,2 0 5-15,-1-2-1 16,4 2-4-16,5-1-1 16,4-2 3-16,7 1-4 15,5-1 1-15,1 0-3 16,0 0 2-16,3 1-10 16,16-1 10-16,6 0 0 15,6 0-2-15,-1 0-8 0,-4 0-8 16,-4 0-5-1,-7 0-30-15,-7 0-70 0,-8 9-23 16</inkml:trace>
  <inkml:trace contextRef="#ctx0" brushRef="#br0" timeOffset="78695.75">16524 7543 363 0,'0'0'0'16,"0"0"-46"-16,0 0-17 15,0 0 63-15,0 0 19 16,0 0-19-16,3 6-10 16,9-5-27-16,0 1-55 15</inkml:trace>
  <inkml:trace contextRef="#ctx0" brushRef="#br0" timeOffset="80642.31">18009 7560 163 0,'0'0'98'16,"0"0"-89"-16,0 0-3 15,0 0 50-15,0 0 7 16,0 0-21-16,0 0-12 16,0 0-8-16,0 0-9 15,0 0 1-15,0 0-3 16,0 2-2-16,0-2-3 15,0 0-6-15,0 0 0 16,0 0-20-16,1 0-43 16,1 0-52-16,2 0-67 0</inkml:trace>
  <inkml:trace contextRef="#ctx0" brushRef="#br0" timeOffset="81430.3">19616 7405 113 0,'0'0'283'0,"0"0"-283"16,0 0-7-16,0 0 7 15,0 0 78-15,0 0-25 16,-10 0-26-16,10 0-6 16,0 0 4-16,0 0 5 15,0 0 5-15,-1 0 2 16,-3 0-6-16,1 0-21 15,0 0-7-15,3 0-2 16,0-1 0-16,0 0 0 16,0 1-1-16,0 0-3 0,0 0-6 15,0-2-14 1,0-1-43-16,0 0-103 0,0 1-225 16</inkml:trace>
  <inkml:trace contextRef="#ctx0" brushRef="#br0" timeOffset="83701.77">16583 7153 520 0,'0'0'0'16,"0"0"-64"-16,0 0 29 15,0 0 31-15,0 0 8 16,0 0 10-16,26 79 19 15,-69-58-14-15,-14-2-5 16,-4-5 4-16,-1-5 25 16,6-9 16-16,10 0-15 15,9-10-8-15,8-15-1 16,13-9-13-16,12-7-19 16,4-3-2-16,12 2-1 15,17 7 7-15,4 8-4 16,6 8-2-16,-2 7 2 0,2 8-3 15,-2 4 4-15,-1 4-4 16,-6 18 0-16,-8 10-4 16,-12 4 4-16,-10 7 2 15,-7 0 0-15,-25-2 2 16,-13-3 4-16,-6-10 6 16,-1-6 5-16,9-11 6 15,8-8 9-15,11-3 6 16,9-9-3-16,5-18-21 15,10-9-16-15,0-9-2 16,19-2-1-16,14 2 2 16,6 8-4-16,7 11 0 0,1 10 3 15,-1 12 2-15,-3 4-2 16,-4 8-1-16,-4 21 2 16,-12 7-2-16,-10 8 2 15,-13 1-1-15,0 0 4 0,-28-3 5 16,-13-8-6-1,-11-7 1-15,-4-7 7 16,2-12 0-16,9-5 9 16,8-3 12-16,10-9-10 15,9-14-4-15,11-11-2 16,7-11-14-16,3-10-2 0,27 0 1 16,7 6-3-1,8 12 3-15,1 13 1 16,-1 11-3-16,-2 10-2 15,-3 3 5-15,-4 11 0 0,-6 14-4 16,-9 7 2-16,-12 6 0 16,-9 4 2-16,-9 2 0 15,-27-6 5-15,-11-3-3 16,-8-9 4-16,2-8-2 16,5-9-4-16,12-8 12 15,8-1 4-15,10-8-8 16,8-19-3-16,8-9-5 15,2-6-2-15,20-6-6 16,14 4 7-16,6 9 0 0,5 8-1 16,0 13 0-1,1 9 2-15,-1 5-5 0,-6 4 5 16,-4 18-3-16,-8 11-1 16,-7 4 3-16,-11-1-1 15,-9 4 2-15,0-4 0 16,-20-3 2-16,-14-3-2 15,-12-8 3-15,-4-7-2 16,1-6 5-16,9-9-5 16,5 0 14-16,8-14-6 15,7-16-6-15,8-12-2 16,10-14-1-16,2-12-4 16,21-2 0-16,12 8-1 15,7 13 3-15,-1 14 0 16,0 12 1-16,-2 8 0 0,-4 8 1 15,-1 7-1-15,-3 0-5 16,1 23 1-16,-2 16 4 16,-2 10 1-16,-7 9 0 15,-10 3 3-15,-9-1-3 16,-4-4 0-16,-28-9-2 16,-15-6 2-16,-13-10 5 15,-3-11-3-15,2-11 1 16,6-9 1-16,9-7 12 15,7-23-4-15,10-12-10 16,13-14 1-16,15-4-3 16,1-1-4-16,19 7-6 0,12 15-5 15,5 9-7-15,0 13-20 16,0 9-25-16,-1 8-24 16,-7 0-74-16,-6 1-154 15</inkml:trace>
  <inkml:trace contextRef="#ctx0" brushRef="#br0" timeOffset="88124.56">19750 6097 320 0,'0'0'46'0,"0"0"10"0,0 0 31 15,-79-66-15-15,73 31-28 16,6-2 1-16,0-2-22 16,7 4-7-16,13 9-4 15,4 6-2-15,1 9-5 16,-1 5-5-16,-5 5 0 16,2 1 5-16,-5 2-5 15,-2 17-4-15,-3 7 4 16,-7 3 1-16,-4 1-1 15,0-1-8-15,-20-2 7 0,-11-3 1 16,-6-6 9 0,-3-7 11-16,4-6 14 0,3-5 10 15,6 0 2-15,9-10-15 16,3-11 2-16,9-8-18 16,6-5-15-16,0-6-3 15,18 0 2-15,9 4 1 16,9 6 0-16,1 8 0 15,0 10-5-15,-2 5-8 16,-2 7 6-16,-5 0 7 16,-3 10-6-16,-3 12-4 15,-6 5 10-15,-10 3-5 16,-6-1-3-16,0 3-2 16,-20-7 8-16,-14-1 2 15,-9-6 6-15,-4-7 13 16,-2-5 1-16,6-6 3 15,4 0 0-15,12-10 12 0,5-10-5 16,9-5-12-16,10-7-17 16,3-4-1-16,4 1-8 15,21 4 8-15,14 7 0 16,4 9-2-16,8 6-6 16,-2 9 5-16,-1 0-2 15,-5 7 4-15,-5 14-9 16,-7 6 0-16,-10 3-5 15,-11 0 0-15,-10 3-2 16,0-3 12-16,-24-4 4 0,-17 0 1 16,-12-7 2-1,-8-8 4-15,0-7 14 0,6-4 2 16,6-1 6-16,11-16-4 16,10-10-10-16,9-6-3 15,16-3-11-15,3-5-4 16,23 1-13-16,18 3 15 15,11 9-4-15,5 9-11 16,1 10-3-16,-2 8 10 16,-8 1-1-16,-5 13 2 15,-10 10 5-15,-13 8-4 16,-10 6 7-16,-10 4-4 16,-5 2 3-16,-24 0-3 15,-13-6 3-15,-7-6 2 16,-2-7 3-16,2-12 4 0,7-4 0 15,11-8 4-15,9 0 8 16,8-20-4-16,9-13-15 16,5-8-2-16,11-11-10 15,22 0 4-15,9 8 1 16,2 13-9-16,1 14 6 16,-5 11-4-16,-5 6 9 15,-3 0 1-15,-5 17-5 16,-4 10-1-16,-5 6-13 15,-9 8-37-15,-6 3-51 0,-3-2-44 16,0-3-150 0</inkml:trace>
  <inkml:trace contextRef="#ctx0" brushRef="#br0" timeOffset="140325.26">16420 7500 43 0,'0'0'25'16,"0"0"13"-16,0 0 1 16,0 0-12-16,0 0-17 15,0 0 0-15,0 0 5 0,0 0-14 16,-25-37 3 0,23 35-3-16,1 0-1 0,-1-3-38 15</inkml:trace>
  <inkml:trace contextRef="#ctx0" brushRef="#br0" timeOffset="140598.14">16420 7500 397 0</inkml:trace>
  <inkml:trace contextRef="#ctx0" brushRef="#br0" timeOffset="141018.37">16420 7500 397 0,'-102'28'92'0,"102"-28"-83"0,0 1 18 0,0-1 35 0,0 0-17 15,3 0-29-15,21 0-4 16,17 0-6-16,14-9 14 0,10-4-2 16,0 0-11-16,-9 3-2 15,-11 2-5-15,-9 2 1 16,-12 2-1-16,-8 1 1 15,-8 1-1-15,-7 2-1 16,-1 0-1-16,0 0 1 16,-6 0-1-16,-18 5 2 15,-9 5 3-15,-2 3-3 16,-6-2 3-16,0 0 0 16,2-1-2-16,6-3 1 15,9 0 1-15,12-4 0 16,9-3-3-16,3 0-1 15,0 0-6-15,21 0 2 16,16-7 5-16,13-7 4 0,6-4-2 16,-2 2-1-16,-8 3 0 0,-10 3 1 15,-9 4-2 1,-11 5 3-16,-8 1-6 16,-8 0 1-16,0 0 2 15,0 0-7-15,-18 0 3 16,-5 11 4-16,-5 1 0 15,3-2-8-15,7 0-6 16,9-2-33-16,9-4-148 16,0-4-119-16</inkml:trace>
  <inkml:trace contextRef="#ctx0" brushRef="#br0" timeOffset="142247.81">16486 7614 344 0,'0'0'47'0,"0"0"-2"0,0 0-44 16,0 0 8-1,0 0 34-15,0 0-7 0,0 0-23 16,0 1-13-16,0-1-2 15,0 0-9-15,0 0-51 16,0 0-103-16</inkml:trace>
  <inkml:trace contextRef="#ctx0" brushRef="#br0" timeOffset="145418.57">13773 4814 364 0,'0'0'55'0,"0"0"-40"16,0 0 46-16,0 0 27 15,0 0-33-15,0 0-3 16,-30-3-28-16,30 3-15 16,0 0 1-16,0 0-1 15,0 0-9-15,12 0-6 16,18 0 6-16,16-2 9 16,19-2 4-16,7-6 0 15,-3 0-5-15,-9 2-8 0,-11 2 0 16,-12 2 6-16,-11 1-4 15,-11 0-3-15,-9 1 1 16,-6 2-8-16,0-2-3 16,-8-3 7-16,-19-3 3 15,-13-2 0-15,-9-1-18 16,-2-1 17-16,6 4 1 16,11 1 2-16,13 3-1 15,14 1 8-15,7 2-8 16,0-1-1-16,0 2-17 15,13 0 7-15,10 0 11 16,5 16 0-16,-1 9 1 0,-4 10-2 16,-9 14-1-16,-14 17 1 15,-9 11-20-15,-37 4-197 16</inkml:trace>
  <inkml:trace contextRef="#ctx0" brushRef="#br0" timeOffset="150575.71">15042 5173 134 0,'0'0'57'0,"0"0"-30"16,0 0 11-16,0 0 32 15,0 0 10-15,0 0-18 16,0 0-14-16,-7 4-18 15,7-4-14-15,0 0 1 16,0 0-16-16,0 0-1 16,0 0-5-16,8 0 5 15,5 0-1-15,-2 0 1 16,0 0-7-16,-3 0-21 16,-3 0-25-16,-2 0-44 15,-3 1-67-15</inkml:trace>
  <inkml:trace contextRef="#ctx0" brushRef="#br0" timeOffset="158588.67">7116 4511 226 0,'0'0'18'16,"0"0"-18"-16,0 0 1 15,-88 38 16-15,70-32 32 16,5-4 12-16,5 0-4 0,5-2-10 16,3 0 22-16,0 0-7 15,0 0-3-15,0-6 0 16,0-8-53-16,0-1-6 16,0 1-7-16,11 2 7 15,2 4 5-15,1 4-5 16,2 2-3-16,-4 2-2 15,0 0-7-15,-2 14-2 16,-7 8-4-16,-3 3 1 16,-3 4 17-16,-25 0 0 15,-8-4 3-15,-1-7 5 16,1-5-8-16,5-7 2 16,4-6 17-16,4 0-3 0,4-2 9 15,3-15 26 1,8-6-26-16,8-6-25 0,0-2-1 15,12 2-11-15,12 5 12 16,5 5 0-16,0 6-1 16,3 9-1-16,-2 4 1 15,-2 0-7-15,0 20-3 16,-7 10 5-16,-6 6-1 16,-13 6 1-16,-2-1 0 15,-22 2 6-15,-19-4 2 16,-7-3 4-16,-7-11 0 15,1-9 3-15,8-15-3 0,7-1 25 16,8-14 0 0,7-17-10-16,3-6 11 0,13-9-27 15,8-2-1-15,0 3-4 16,17 5-9-16,11 9 0 16,5 8 8-16,9 9 2 15,3 6 0-15,4 8-1 16,-1 0-7-16,-5 12 3 15,-7 14 0-15,-13 5-5 16,-9 4-5-16,-14 6-2 16,-3 0 16-16,-30 0 1 15,-19 3 6-15,-12-6-5 16,-2-11 8-16,8-12-7 0,9-12 6 16,15-3 21-1,8-14 6-15,7-14-17 0,4-12 16 16,10-8-26-16,5 1-9 15,5 4-19-15,20 7 19 16,8 10-2-16,7 6 1 16,2 9-8-16,3 8 7 15,1 3-4-15,-3 10 0 16,-1 17-4-16,-9 9 7 16,-12 7-10-16,-11 3-4 15,-10 6 0-15,-18 2 14 16,-22-3 3-16,-11-6 5 15,-2-14-2-15,5-13 6 16,7-12-6-16,6-6 6 0,9-1 9 16,4-25 10-16,4-12 1 15,9-13-29-15,9-9-2 0,2-1-2 16,26 7-7 0,12 9 3-16,8 11-5 15,7 11 11-15,-1 7 2 16,-3 10 0-16,-2 6-10 15,-7 12 4-15,-3 17 0 16,-11 8 1-16,-10 8-6 16,-18 3-5-16,0 5 4 15,-33 0 12-15,-13-7 3 16,-8-7 5-16,0-16-4 0,2-10-2 16,3-12 5-1,10-1 7-15,6-11 14 0,8-18 3 16,10-13-18-16,6-9-8 15,9-3-10-15,6 7 3 16,18 13-31-16,13 15 31 16,3 10-4-16,7 9 6 15,3 0-3-15,-2 13-9 16,-6 15 8-16,-9 8 0 16,-11 4-5-16,-16 3-24 15,-6-3 16-15,-18 0 17 16,-27-5 2-16,-17-5-1 15,-9-12 7-15,2-10 7 0,9-8 19 16,12-5 2 0,17-20 10-16,8-12-36 0,11-7-10 15,12-6-5-15,9-3-16 16,36 7-20-16,22 6-39 16,12 12 7-16,8 10-21 15,1 5-71-15,-6 3-87 16,-6 1-21-16</inkml:trace>
  <inkml:trace contextRef="#ctx0" brushRef="#br0" timeOffset="159458.62">8532 4311 483 0,'0'0'125'0,"0"0"-125"16,0 0 37-16,-94-12 34 15,63 12-1-15,-2 0-37 0,0 10-9 16,2 12-8 0,-2 7-9-16,0 6-3 0,5 8 5 15,5 2 3-15,10-1-10 16,7-1 3-16,6-3-5 15,0-2 0-15,13-1 0 16,11-5 0-16,9-4 1 16,6-6 0-16,6-11 4 15,5-11-2-15,1 0 13 16,-2-20 13-16,-1-11 1 0,-3-8-11 0,-7-6 4 31,-5-6-6-31,-13-7-5 16,-5-5 12-16,-12 1-21 15,-3 5 1-15,-8 7-3 0,-16 9-1 16,-7 9-1 0,-5 8 0-16,-10 7 2 0,-9 10-1 15,1 7 1-15,-3 0 3 16,7 12-3-16,11 11-1 16,9 5-1-16,5 9-1 15,8 4-2-15,10 4 4 16,7-1 5-16,0-2-5 15,25-2 1-15,17-3-1 16,15 2 0-16,14-2 4 16,7-2-1-16,1 2 0 15,-12-1 1-15,-7 1-3 0,-18 1-1 16,-13 3-5-16,-8 3 3 16,-13 6-46-16,-8-1-111 15,-9-6-276-15</inkml:trace>
  <inkml:trace contextRef="#ctx0" brushRef="#br0" timeOffset="164523.13">6788 6099 54 0,'0'0'424'0,"0"0"-399"15,0 0-21-15,0 0 49 16,0 0 17-16,0 0-21 16,0 0-19-16,-12 3-15 15,9-3 7-15,0 0 5 16,3 0-7-16,0 0-7 16,0 0 1-16,0 0-4 15,0 0 4-15,0 0-3 16,0 0-5-16,0 0 1 15,0 0-7-15,0 0-3 16,0 0 1-16,12 0-7 0,7 0 9 16,5-6 2-16,2 0 1 15,-7 3-1-15,-1 1 1 16,-11 0-3-16,-4 2 0 16,-1 0-2-16,-2 0 2 15,0 0 3-15,0 0-2 16,0 0 1-16,0 0 1 15,0 0-3-15,0 0-5 16,0 0-4-16,-6 0-10 16,-12 0-3-16,-2 0-14 15,-3 0 0-15,5 0 17 0,7 0 19 16,7 0 5-16,4 0-4 16,0 0 0-16,0 0 0 15,0 0-1-15,0 0 0 16,0 0-4-16,0 0 2 15,0 0 1-15,0 0-6 16,3 0 0-16,3 0-8 16,3 0 14-16,4 0 1 15,-4 0 0-15,-1 0 1 16,-5 0 3-16,-1 0-3 16,-2 0 0-16,0 0 4 15,0 0-5-15,0 0 6 16,0 0-5-16,0 0 0 15,0 0-2-15,0 0 2 0,0 0-3 16,2 0-1-16,4 0-43 16,0 0-151-16,3 0-39 15</inkml:trace>
  <inkml:trace contextRef="#ctx0" brushRef="#br0" timeOffset="165705.47">8253 6043 453 0,'0'0'109'0,"0"0"-108"15,0 0 5-15,0 0 31 16,0 0 7-16,0 0-16 16,-6 0-16-16,6 0 1 15,0 0 8-15,0 0 8 16,0 0-3-16,0 0-14 16,12 0-9-16,15 0-2 15,7-5 1-15,8-5-1 16,-2 0-1-16,-4 3 0 15,-5 2 0-15,-7-1 0 16,-7 2-1-16,-6-1-2 0,-6 2 3 16,-5 2 3-1,0 0-3-15,0-1 5 0,0 1-4 16,0 1-1-16,0 0 0 16,0 0-22-16,9 0-80 15,0-3-157-15</inkml:trace>
  <inkml:trace contextRef="#ctx0" brushRef="#br0" timeOffset="166404.66">9915 6022 390 0,'0'0'86'16,"0"0"-84"-16,0 0 25 15,0 0 45-15,0 0-1 16,0 0-30-16,-19 0-15 16,19 0-11-16,0 0-1 15,0 0-2-15,0-1-10 16,19-2 12-16,9-1-11 16,11-2 1-16,4 1-4 15,-5 0 2-15,-10 3-2 16,-8-1 4-16,-9 3-4 15,-8 0 0-15,-1 0-2 16,-2 0-3-16,0 0-15 0,0 0-28 16,0 0-24-16,0 0-34 15,0 1-130-15</inkml:trace>
  <inkml:trace contextRef="#ctx0" brushRef="#br0" timeOffset="167179.23">11656 5980 67 0,'0'0'122'16,"0"0"-94"-16,0 0-28 15,0 0 5-15,0 0-5 16,0 0-6-16,0 6-62 16</inkml:trace>
  <inkml:trace contextRef="#ctx0" brushRef="#br0" timeOffset="168424.21">11770 5659 106 0,'0'0'342'0,"0"0"-268"0,0 0-51 16,0 0 54-16,-90-30-5 15,73 30-14-15,-3 0-32 16,-4 8-16-16,-3 11-5 16,0 6 2-16,-1 7 3 15,4 9-4-15,5 4 3 16,6 3 0-16,6-1 3 15,4-2-2-15,3-3-1 16,3-5 1-16,14-3-5 16,5-6 8-16,9-4-1 0,8-6-4 15,9-6 8 1,7-10-5-16,6-2-6 0,6-7 1 16,-1-15-3-16,-8-5 3 15,-9-4-3-15,-9-4 0 16,-14-5 1-16,-8-5-1 15,-12-3-2-15,-6-1 2 16,0 2 3-16,-18 5-6 16,-11 5 6-16,-9 5-3 15,-7 5-3-15,-7 4 0 16,-5 8-3-16,-2 6 0 16,3 8 3-16,7 1-1 15,6 1 1-15,8 18-2 16,7 3-3-16,6 5 0 15,7 5 5-15,12 4-3 0,3 2-1 16,15 3 4 0,16-3 3-16,15-1 6 0,10-6 10 15,6-7-7-15,4-1-4 16,-5-3-3-16,-6 3-1 16,-11 1-4-16,-9 0 2 15,-12 0-2-15,-7 0 0 16,-5-3-2-16,-8-3 2 15,-2 1 3-15,-1-3-2 16,0-1 1-16,0 2-1 16,0 2-1-16,-6 4 0 15,-5 1-27-15,0-1-70 0,2-9-164 16,3-10-359 0</inkml:trace>
  <inkml:trace contextRef="#ctx0" brushRef="#br0" timeOffset="171447.53">7086 6904 333 0,'0'0'68'0,"0"0"-14"15,0 0 0 1,0 0 31-16,0 0-26 0,0 0-15 16,0 0-11-16,-68-26-16 15,53 26-15-15,0 0-2 16,-4 7 1-16,-4 10-1 16,-4 5 2-16,0 8 1 15,-1 5-1-15,7 6 2 16,3 1 0-16,3 0-1 15,8 0 0-15,7-3-2 16,0-4-1-16,1-2 0 16,16-4 1-16,10-2 2 0,3-3 5 15,4-6 9-15,12-5-8 16,-1-9 0-16,10-4 0 16,2-4 18-16,-1-17-11 15,-2-7-5-15,-8-5 7 16,-5-5 11-16,-10-4 0 15,-9-2-4-15,-10-5-10 16,-9 0-3-16,-3 0-3 16,-3 5-9-16,-19 5 9 15,-5 5-6-15,-4 5 0 16,-5 2 1-16,-6 4-4 16,-1 9-4-16,-1 5 3 15,3 4 0-15,5 5-6 16,6 0 4-16,3 5 1 15,2 10 0-15,4 4 0 0,3 7 0 16,6 4-3 0,6 3 4-16,6 1-1 0,0 2-6 15,23-1 1-15,8-2 6 16,9-3 0-16,2-3 2 16,3-3 1-16,1 2-1 15,-6-1 2-15,-2 0-3 16,-4 1-1-16,-10-4 1 15,-5-1 1-15,-5-2-1 16,-6-5 0-16,-3-3 1 0,-5-1-1 16,0 1-5-1,0 2 5-15,-8 1 0 16,-6 6-8-16,-3 1-80 0,2-4-98 16,5-9-198-16</inkml:trace>
  <inkml:trace contextRef="#ctx0" brushRef="#br0" timeOffset="174609.07">6864 8504 188 0,'0'0'159'0,"0"0"-148"16,0 0-10-16,0 0 11 0,0 0 57 16,0 0-7-1,-8 7-28-15,8-7-21 16,0 2-1-16,0-2 10 15,0 0 3-15,0 0-2 16,0 0-8-16,0 0 6 16,0 0-4-16,0 0-7 15,0 0-5-15,0 0-5 16,8 0-7-16,13 0 7 16,3 0 0-16,7 0-8 15,1 0-45-15,-1 0-51 16,2 0-8-16,4 0-8 15,-1-3 13-15</inkml:trace>
  <inkml:trace contextRef="#ctx0" brushRef="#br0" timeOffset="175412.71">8384 8576 20 0,'0'0'362'0,"0"0"-290"15,0 0-59-15,0 0 85 16,0 0-4-16,0 0-24 16,-3 7-31-16,3-7-27 0,0 0-6 15,15 0 1 1,8 0-4-16,10 0 1 15,2-2-4-15,-1-3-4 16,-5 3 2-16,-8-1-6 0,0 3-25 16,-2 0-24-16,-1 0-32 15,4 0-83-15,-1 0-26 16</inkml:trace>
  <inkml:trace contextRef="#ctx0" brushRef="#br0" timeOffset="176358.25">9796 8526 395 0,'0'0'38'0,"0"0"-36"16,0 0 11-16,0 0 45 15,0 0-12-15,0 0-32 16,-2 4-11-16,2-4 4 16,0 1-6-16,0-1 7 15,0 0-7-15,0 0 3 16,0 0 2-16,0 0 13 15,8 0-9-15,2 0-4 16,2 0 1-16,0 0-6 0,1 0-1 16,-1 0 0-16,0 0 2 15,-1 0-2-15,1 0 0 16,-2 0 1-16,-4 0-1 16,0 0 0-16,-3 0 0 15,-1 0 1-15,-2 0-1 16,0 0 2-16,0-1-2 15,0 1 0-15,0 0 0 16,0 0 1-16,0 0-1 16,0 0 0-16,0 0-1 0,0 0 1 15,0 0 0 1,0 0 0-16,0 0-2 0,0 0 1 16,0 0 0-16,0 0-1 15,0 0-3-15,0 0-19 16,0 0-26-16,0 0-50 15,0 0-55-15</inkml:trace>
  <inkml:trace contextRef="#ctx0" brushRef="#br0" timeOffset="177223.76">10252 8290 427 0,'0'0'48'16,"0"0"-17"-16,0 0-1 16,0 0 24-16,0 0 0 15,-89-35-25-15,66 35-7 16,-2 0-20-16,-2 0 8 15,-3 5-3-15,-5 10-6 16,2 4 10-16,0 4 0 16,6 2-8-16,6 6-3 15,3 2 2-15,9 2-2 16,6 2 4-16,3-1 3 16,2 3 11-16,16-4 3 15,9-3-3-15,4-3-7 16,7-7 3-16,4-5-1 15,5-7-2-15,3-9 8 16,4-1 4-16,-3-3-2 0,4-15-10 16,-6-4-1-16,-7-7-1 15,-6-2-1-15,-8-4-4 16,-7-6 2-16,-6-1-3 16,-8-5-3-16,-7 4 1 15,0 0-1-15,-13 2-1 16,-5 6 0-16,-6-1-2 15,-3 7 3-15,1 5-2 16,-6 7 2-16,-1 7-4 16,-4 6 0-16,-6 4 3 15,-2 0 0-15,0 14-2 16,1 7 3-16,3 5 0 0,7-1 0 16,5 0 0-16,10 1-2 15,7-1 2-15,6-1 0 16,6 2-3-16,5 1 3 15,23 0 3-15,14 5 2 16,13-1-3-16,6-2 5 16,0 1-5-16,-4-3-1 15,-12 1-1-15,-9-1 0 16,-11-2-3-16,-4-1 3 16,-11-3 1-16,-5 2-1 15,-5 1-3-15,0 3-53 16,-15-2-131-16,-6-5-162 15</inkml:trace>
  <inkml:trace contextRef="#ctx0" brushRef="#br0" timeOffset="207044.18">5288 4349 603 0,'0'0'0'0,"0"0"0"16,0 0 29-16,-110 8 43 16,79 10-7-16,1 11-31 0,2 5-19 15,4 4-7 1,6-1 1-16,7-4-8 0,6-6-1 16,5-4-1-16,0-6 1 15,1-5-6-15,17-6-1 16,4-5 7-16,6-1 2 15,4-5-2-15,-8-15-11 16,1-4 11-16,-7-3 5 16,-6-1 7-16,0 1 3 15,-6 0 0-15,-3 6 4 16,0 7 22-16,-3 7-7 0,1 6 5 16,-1 1-4-1,0 0-17-15,0 0-11 16,2 0-6-16,4 11-1 0,7 13 1 15,4 8-1-15,5 13 10 16,-3 6-10-16,-1 4 0 16,-3 9-4-16,0 5-40 15,-2 7-103-15,-5 0-78 16,-2-2-187-16</inkml:trace>
  <inkml:trace contextRef="#ctx0" brushRef="#br0" timeOffset="207589.73">5051 5611 752 0,'0'0'95'16,"0"0"-95"-16,0 0-41 15,0 0 37-15,0 0 4 16,0 78 27-16,0-25-1 16,3-3-21-16,2-4 1 15,-2-10-1-15,4-9-5 16,-4-7 0-16,-3-9 0 15,5-7 2-15,-5-4 0 0,3 0-2 16,-2 0 0-16,4-7 0 16,1-18 0-16,7-5 5 15,5-1-5-15,6 7-1 16,3 11-7-16,1 8 0 16,6 5 4-16,-1 7-3 15,0 16-14-15,0 7 7 16,-5 4 5-16,-4 5 5 15,-7-2-6-15,-10 0 5 16,-7 0-81-16,-15-5 86 16,-15 0 36-16,-15-7 18 15,-10-6-18-15,-6-7-23 16,4-8-11-16,5-4-2 0,9 0-18 16,10 0-35-16,9 0-41 15,12 13-77-15,6 7-32 16,6 5-28-16</inkml:trace>
  <inkml:trace contextRef="#ctx0" brushRef="#br0" timeOffset="208018.3">5412 7007 747 0,'0'0'86'15,"0"0"-86"-15,0 0-9 16,0 0 9-16,0 0 46 16,-110-8-8-16,82 15-10 0,-2 11-21 15,2 5 1 1,2 7-2-16,5 5 1 16,5 6-7-16,8 2 0 0,8-1 4 15,0-6-4-15,11-2-4 16,19-7-8-16,8-6-32 15,4-7-22-15,2-7-27 16,0-3-19-16,-5-1-101 16,-5 4-12-16</inkml:trace>
  <inkml:trace contextRef="#ctx0" brushRef="#br0" timeOffset="208587.15">5379 7937 589 0,'0'0'48'0,"0"0"-48"15,-80 9 43-15,43 10 40 16,-4 11-24-16,-3 7-33 16,2 6-14-16,3 6 10 0,8 3-3 15,11 1-14-15,7 5 9 16,7-4-5-16,6-3-5 16,0-13-2-16,24-10-2 15,7-8-4-15,10-10 3 16,6-10-13-1,5-5-3-15,-4-24-31 0,-2-15 8 16,-7-8 14-16,-9-12-1 16,-2-4 23-16,-11-8 4 15,-11-6 2-15,-6-5 3 16,-3-2-2-16,-18 6 2 16,-6 9 24-16,2 18-8 15,4 21 6-15,10 18 25 16,8 11 28-16,3 6-25 0,0 0-30 15,0 0-11 1,0 23-14-16,0 26 0 0,8 22 8 16,8 15 21-16,-1 6-21 15,3-6-2-15,-3-3-6 16,0-8-1-16,0-2 1 16,1-1-22-16,-1-2-63 15,-3-4-132-15,-9-16-268 16</inkml:trace>
  <inkml:trace contextRef="#ctx0" brushRef="#br0" timeOffset="-193928.53">10482 13344 606 0,'0'0'17'16,"0"0"-12"-16,0 0 2 15,0 0 39-15,0 0 18 16,0 0 1-16,0 0-16 16,-31-59-10-16,29 59-6 15,2 0-10-15,0 0-8 16,0 0-10-16,0 0-5 16,9 0 1-16,15 0-1 15,21 0 2-15,17 0-1 16,18 0 1-16,19 0-1 15,18 0-1-15,26-5 1 16,21-7 6-16,20 1 1 0,20-2 0 16,17-1-6-16,21 0 7 15,17 0-8-15,13 0-1 16,18 0 3-16,9-2 4 16,13-1-2-16,7-1-2 15,2-3 2-15,9 0 3 16,-5-1-3-16,-3 3-2 15,-2 2-2-15,-5 3 9 16,-7 1-7-16,-8 3 1 0,-9 0 0 0,-17 0 1 31,-13 1-2-31,-17-1-3 0,-23-1 0 16,-20 1 0 0,-22 0 3-16,-23-2-2 0,-26 4-1 15,-25-1 0-15,-29 4 0 16,-30 2 1-16,-21 2-1 15,-13 1 0-15,-10 0-1 16,-2-2 1-16,0 2 6 16,0-1-3-16,-7-1 0 15,-12 1-2-15,-6 1-1 16,-3-1-2-16,-4 1-26 16,-3 0-81-16,-4-6-167 15</inkml:trace>
  <inkml:trace contextRef="#ctx0" brushRef="#br0" timeOffset="-187727.3">14513 12689 439 0,'0'0'100'0,"0"0"-100"0,0 0-18 16,0 0 18-1,0 0 15-15,0 0-5 0,0 0 2 16,49 26-7-1,-49-8 4-15,-3 2 11 0,-11-1 12 16,-3-4-6-16,-1-2 3 16,5-6-6-16,-2-5 6 15,4-2 7-15,1 0 1 16,1-8-4-16,3-9-16 16,2-5-8-16,4-2-6 15,0 2 0-15,0 4-3 16,3 6 0-16,6 5 0 15,1 4-1-15,0 3-2 16,1 0-1-16,1 6 2 16,-5 9-1-16,-1 4 2 15,-4 6-2-15,-2 0 1 0,-2 3 2 16,-16-1 0-16,-6-4 2 16,1-6 6-16,-1-6-7 15,6-7 8-15,1-4 0 16,7 0 1-16,2-10 4 15,4-11-5-15,4-9-9 16,0-5-2-16,4 1 1 16,13 3 1-16,5 7-1 15,0 7-2-15,0 7 1 16,0 6-1-16,0 4 1 16,-1 0-2-16,-1 12 2 15,-5 6 0-15,-7 3 1 16,-6 3-2-16,-2 3 3 0,-6 0 0 15,-20-1 4-15,-3-2-1 16,-3-6 5-16,2-10 10 16,7-5 3-16,5-3 3 15,4-6-1-15,7-15-12 16,5-8-11-16,2-1-2 16,2-3 1-16,14 6 1 15,8 8-1-15,2 6-3 16,-1 10-3-16,-1 3 3 15,-5 0 0-15,-1 6-2 16,-7 10 0-16,-5 6-4 16,-6 5-6-16,0 4 5 15,-20-2 9-15,-10 0 2 0,-1-8 0 16,2-7 3-16,10-10 0 16,9-4 2-16,4 0-1 15,2-10-4-15,4-8-9 16,0-3-3-16,0-2-1 15,7 2-4-15,5 6-45 16,0 6-57-16,1 5-50 16,-1 2-109-16</inkml:trace>
  <inkml:trace contextRef="#ctx0" brushRef="#br0" timeOffset="-184421.9">14979 12440 257 0,'0'0'244'0,"0"0"-219"16,0 0-13-16,0 0 73 16,0 0 24-16,0 0-58 15,0 0-28-15,0-14-20 16,0 28-2-16,0 16 1 15,1 9 29-15,5 5-9 16,-3 0-7-16,0-6 2 16,2-3-2-16,-4-5-6 15,2-8-5-15,-1-3-3 16,-1-9 2-16,-1-5-2 16,0-3 0-16,0-2 4 15,0 0 2-15,0 0 22 0,0-17 13 16,0-8-27-16,-6-8-13 15,-5-5-1-15,1-4 1 16,0-3-2-16,2 5-1 16,2 4-1-16,-1 12 2 15,7 10 1-15,-2 7 1 16,2 6-2-16,0 1 0 16,0 0-2-16,0 19-8 15,0 13 5-15,9 9 5 16,2 1 1-16,-4-3-1 15,1-6 0-15,-3-3 1 16,-2-6 0-16,0-5-1 16,-1-8 0-16,-2-4 2 15,1-5 1-15,-1-2-2 0,0 0 4 16,0 0 9 0,0-19 12-16,-1-10-12 0,-11-11-13 15,2-7-1-15,1-3-2 16,-1 2 2-16,3 11 0 15,4 11 2-15,2 13-2 16,-1 8 0-16,1 5 1 16,-1 0-2-16,2 7-6 15,0 22-2-15,0 11 5 16,5 6 4-16,1-1 1 16,3-4 0-16,-5-7-1 15,1-4 0-15,-2-9 0 16,-2-6 0-16,-1-5 3 15,0-7-2-15,0-3 0 0,0 0 5 16,0 0 0-16,0-17 18 16,-3-12-12-16,-7-11-12 15,-2-4 1-15,4-1-2 16,2 6-1-16,2 11 2 16,2 10 1-16,1 11 1 15,-2 7-1-15,3 0 4 16,0 0-5-16,0 19-9 15,0 13 9-15,0 10 3 16,6 5 1-16,1-2-1 16,1-2 1-16,-2-4-4 15,6-1 1-15,-5-4-3 16,1-6 2-16,-2-4-30 0,-1-4-39 16,-2-5-63-16,-1-5-74 15,-2-8-130-15</inkml:trace>
  <inkml:trace contextRef="#ctx0" brushRef="#br0" timeOffset="-181737.8">15396 12508 695 0,'0'0'49'0,"0"0"-41"16,0 0-6-16,0 0 35 16,0 0 26-16,0 0-44 0,0 25-13 15,0 2 13-15,0 0-7 16,0-3-4-16,0-3-1 16,0-3-4-16,0-5-2 15,0-3-1-15,0-4 2 16,0-5-1-16,0-1 2 15,0 0-1-15,0 0 10 16,0-7 0-16,0-16 2 16,0-5-10-16,-3-8-2 15,-1-3-2-15,-3 4 1 16,5 4-1-16,1 11 1 16,-1 10 3-16,2 7 3 0,0 3 0 15,0 0-7 1,0 12-9-16,0 13 8 0,7 9 1 15,-1 1 3-15,0-1-3 16,-1-3 2-16,-2-5-2 16,0-7 1-16,-2-4 0 15,-1-8-1-15,0-6 4 16,0-1-2-16,0 0 3 16,0 0 4-16,0-8 6 15,0-14 3-15,-4-9-17 0,-7-5 1 16,4-6-2-1,0 3 0-15,2 5-1 16,4 12 1-16,1 10 2 16,0 8 3-16,0 4 1 15,0 0-6-15,0 6-4 0,0 16 1 16,3 14 3-16,8 6 7 16,3 3-2-16,-2-1-3 15,0 0 1-15,0-2-3 16,-1 1 0-16,-1-6-1 15,-1 0-27-15,-3-1-61 16,-2-7-109-16,-4-8-219 16</inkml:trace>
  <inkml:trace contextRef="#ctx0" brushRef="#br0" timeOffset="-180271.19">15091 12990 599 0,'0'0'22'16,"0"0"-14"-16,0 0 25 15,0 0 78-15,0 0-22 16,0 0-33-16,-8-35-23 15,-1 35-10-15,0 0-6 16,-9 14-10-16,-10 20-3 16,-15 17 2-16,-14 18 3 15,-12 9 4-15,-10 6 3 16,-4-3 3-16,2-5 2 16,5-6 4-16,9-6-5 15,4-9-9-15,5-7-3 16,7-7-5-16,12-11-1 0,8-7 3 15,9-7-3-15,7-5 0 16,5-5-1-16,5-3 0 16,4-3 0-16,1 0 0 15,0 0 0-15,0 0 0 16,0 0-1-16,0 0 1 16,0 0-1-16,0 0 0 15,0 0 0-15,0 0 2 16,0 0-2-16,0 0 0 15,0 0-1-15,0 0 0 16,0 0-2-16,0 0-3 16,0 0-1-16,0 0-2 15,0 0-3-15,0 0 0 16,0 0-4-16,0 0-1 16,0 0-4-16,0 0-15 0,0 0-26 15,0 0-37-15,3 0-62 16,3 1-84-16,-3 1-107 15</inkml:trace>
  <inkml:trace contextRef="#ctx0" brushRef="#br0" timeOffset="-179276.72">13384 14657 500 0,'0'0'343'15,"0"0"-342"-15,-85 109-1 16,40-38 0-16,-9 18 34 15,-10 16 19-15,-4 7-1 16,3-3-22-16,10-6-10 16,12-14-5-16,7-6 1 15,6-5-1-15,5-8-7 16,0-7-8-16,3-6 17 16,2-5-2-16,0-8-11 15,5-6-4-15,4-13 0 16,3-9 3-16,2-7-1 15,3-5-1-15,3-4 2 0,0 0-3 16,0 0 4-16,0 0-3 16,0 0-1-16,0 0 0 15,0 0 0-15,0 0-5 16,0 0-2-16,0-3-3 16,0-1-3-16,0 3-25 15,-2 1-44-15,-1 0-71 16,-4 0-110-16</inkml:trace>
  <inkml:trace contextRef="#ctx0" brushRef="#br0" timeOffset="-178466.48">12599 16879 785 0,'0'0'53'16,"0"0"-53"-16,0 0 1 15,0 0 19-15,-52 74 36 16,41-18-11-16,2 12-9 16,2 8-22-16,3 9 15 15,2-2 13-15,2 2-23 16,0-2-16-16,0-8 5 16,0-10-8-16,0-6 5 15,0-10 6-15,0-6-11 0,0-12 5 16,0-9-4-1,0-6 0-15,0-6 0 0,-1-6-1 16,-1-1-1-16,2 0-7 16,0-3-2-16,-1 0-10 15,1 0-14-15,-2 1-10 16,-1-1-6-16,2 3 2 16,-4 0 3-16,0 0 10 15,1-1 4-15,-2 3-7 16,0-4-12-16,2 2 13 15,1-2 16-15,-2 0 1 16,2 1 5-16,0-2-4 16,2 0-8-16,1 0-44 15,-6 0-70-15,4 0-82 0</inkml:trace>
  <inkml:trace contextRef="#ctx0" brushRef="#br0" timeOffset="-176844.2">12759 17753 539 0,'0'0'77'16,"0"0"-77"-16,0 0-29 15,0 0 29-15,38 76 29 16,-15-66 12-16,7-4-13 15,4-6-7-15,6 0-8 0,-1-12 8 16,6-16-5-16,6-7-7 16,-4-15 1-16,-2 0-8 15,-6-5 1-15,-9-1 2 16,-13-1-4-16,-15-7 2 16,-2-8 6-16,-9-4 4 15,-18-3 5-15,-7 0 1 16,-5 4 11-16,2 9-7 15,4 11 4-15,5 11-1 16,4 13 10-16,3 3-14 16,0 4-4-16,0 3-2 15,3 2 5-15,2 4-6 16,2 1-7-16,3 1 4 0,3 5-12 16,2 5 0-16,3 0 0 15,3 3 0-15,0 0-1 16,0 0-1-16,0 0-8 15,0 0 0-15,0 3-17 16,0 10-17-16,6 3-40 16,2 4-60-16,0-3-94 15,-3-6-263-15</inkml:trace>
  <inkml:trace contextRef="#ctx0" brushRef="#br0" timeOffset="-175150.3">12736 16584 542 0,'0'0'92'15,"0"0"-73"-15,0 0-13 16,0 0 47-16,0 0 39 15,0 0-17-15,-34-16-38 16,34 16-29-16,13 0-4 16,17 0 14-16,15 13 5 15,10 9 3-15,11 6-8 16,10 3-5-16,9 3-8 16,6 3-4-16,-1 1 5 0,-5 2-6 15,-7 0 0 1,-7 1 0-16,-6-2 2 0,-5 0-1 15,-5-3 0-15,-8-6 7 16,-6-3 4-16,-4-4 2 16,-5-3-1-16,-4-1-2 15,-3-1 9-15,-5-3-18 16,-4-3-2-16,-5-3 1 16,-2-4 2-16,0-1-3 15,0 2 0-15,0-1 1 16,2 1 0-16,0 0-1 15,1 1 0-15,0 0-1 0,-2 0 1 16,-2-1 0-16,1-2 0 16,-3-1-2-16,-5 0 2 15,1-3 0-15,-1 0 0 16,-1 1 0-16,0-1 3 16,0 0-3-16,0 0 1 15,0 0-1-15,0 0 0 16,0 0 1-16,0 0-1 15,0 0 1-15,0 0 1 16,0 0 0-16,0 0 2 16,0 0 0-16,0 0-3 0,0 0 1 15,-3-1 0 1,0-3 1-16,0 1 1 0,0 1 2 16,-1 1 1-16,1-2-1 15,1 3 3-15,1-3-6 16,-1 3-3-16,2-1 5 15,-1 1-5-15,-1 0 0 16,1 0-2-16,1 0 2 16,-2 0 0-16,2 0-1 15,0 0 1-15,0 0 0 16,0 0 0-16,0 0-2 16,-1 0 0-16,1 0-1 15,0 0 2-15,0 0-3 16,0 1 4-16,0-1-1 0,-2 0 1 15,2 3-4 1,0 0 4-16,0-3-1 0,-1 0 1 16,1 0-1-16,0 0 1 15,0 0-1-15,0 0-1 16,0 0 2-16,0 0 3 16,0 0-3-16,0 0 0 15,-2 0 0-15,2 0 0 16,0 0 4-16,0 0-4 15,0 0 0-15,0 0 0 16,0 0-2-16,0 0 4 16,0 0-2-16,0 0 0 15,0 0-1-15,0 0-2 0,0 0 3 16,0 0-1 0,0 0 0-16,0 0 1 0,0 0 1 15,0 0 1-15,0 0-1 16,0 0-1-16,0 0 1 15,0 0-1-15,0 0 1 16,0 0-1-16,0 0 0 16,0 0 0-16,0 0 0 15,0 0-1-15,-1 0-1 16,1 0 2-16,0 0 3 16,0 0-3-16,0 0 0 15,0 0 1-15,0 0-1 16,0 0-1-16,0 0 1 15,0 0 0-15,0 0 0 0,0 0 1 16,0 0-1-16,0 0 0 16,0 0 0-16,0 0-2 15,0 0 4-15,0 0-2 16,0 0 0-16,0 0 0 16,0 0 0-16,0 0 1 15,0 0-1-15,0 0 0 16,0 0 0-16,0 0 0 15,0 0 3-15,0 0-5 16,0 0 6-16,0 0-4 16,0 0 0-16,0 0 0 15,0 0 0-15,0 0 0 0,0 0 0 16,0 0 0-16,0 0 0 16,0 0 1-16,0 0-1 15,0 0 0-15,0 0 0 16,0 0 0-16,0 0 0 15,0 0 1-15,0 0-1 16,0 0 0-16,0 0 0 16,0 0 0-16,0 0 0 15,0 0 0-15,0 0 1 16,0 0-1-16,0 0-1 16,0 0 1-16,0 0 0 15,0 0 0-15,0 0-1 16,0 0 1-16,0 0 0 0,0 0 0 15,0 0 1-15,0 0-1 16,0 0 0-16,0 0 0 16,0 0 0-16,0 0-2 15,0 0 2-15,0 0 0 16,-2 0-6-16,2 0-8 16,0 0-10-16,0 1-14 15,-1 1-19-15,-4-2-60 16,-2 0-126-16,-2 0-394 15</inkml:trace>
  <inkml:trace contextRef="#ctx0" brushRef="#br0" timeOffset="-172682.57">13845 17070 339 0,'0'0'231'0,"0"0"-200"16,0 0-31-16,0 0 0 16,0 0 13-16,0 0 26 15,7 11-6-15,1-6-11 16,-2-1 4-16,1 1 2 16,2-1 3-16,-1-1-12 15,-1 0-5-15,2-2 5 16,0-1-5-16,3 2-3 15,6-2-4-15,1 0 6 16,4-6-6-16,2-8 1 16,0-4-1-16,-1-3 1 15,-1-2-2-15,-3-1-4 0,-2 2 5 16,-4-1-4 0,-4 0 0-16,-1 0-1 0,-5-3 8 15,-2 2-4-15,-2-6-1 16,0-2-1-16,0-4-2 15,-8 0 1-15,-5-1 2 16,-3 1 0-16,-2 2-3 16,-1 5 8-16,2 4 10 15,2 4-4-15,2 1 1 16,-2 2-3-16,0 1-6 16,-1 1 8-16,-1 3-8 15,-2 0 7-15,-2-2-6 0,-3 3-1 16,-6-3-4-1,2 4 1-15,-2 3-2 0,2 0-2 16,1 4 3-16,3 1-2 16,3 1 0-16,0 2 0 15,0 0 0-15,3 0 0 16,-3 0 0-16,1 0 1 16,0 0 0-16,-1 0 1 15,-1 0-1-15,1 0 0 16,-3 0 0-16,0 0-1 15,2 0 2-15,4 0 0 16,0 0-2-16,3 0 2 16,0 0-4-16,2 0 2 15,2 0 0-15,-2 0 2 16,4 0-3-16,1 0 0 0,0 0 1 16,3 0 1-16,-1 0-3 15,0 0 0-15,1 0-1 16,0 0 1-16,0 0 1 15,2 0-1-15,-1 0 1 16,-1 0 3-16,2 0-3 16,-1 0 0-16,1 0-1 15,-3 0 1-15,3 0 0 16,0 0-1-16,0 0 1 16,1 0 0-16,1 0 0 15,1 0 1-15,-2 0-1 16,2 0-1-16,0 0 0 0,0 0 0 15,0 0 0-15,0 0 0 16,0 0-1-16,0 0-1 16,0 0 0-16,0 0 1 15,0 0 1-15,0 0-1 16,0 0 1-16,0 0 0 16,0 0 0-16,0 0-1 15,0 0 1-15,0 0 0 16,0 0 0-16,0 0 0 15,0 0-1-15,0 0 1 16,0 0 0-16,0 0 0 16,0 0 0-16,0 0 0 15,0 0 0-15,0 0 0 16,0 0 1-16,0 0-1 16,0 0 0-16,0 0 0 0,0 0-1 15,0 0 1-15,0 0-1 16,0 0-1-16,0 0 2 15,0 0-1-15,0 0-1 16,0 0 0-16,0 0 1 16,0 0-6-16,0 0-5 15,0 0-13-15,0 0-18 16,0 0-29-16,0 0-62 16,0 0-103-16,0 0-193 15</inkml:trace>
  <inkml:trace contextRef="#ctx0" brushRef="#br0" timeOffset="-170838.31">12932 16178 565 0,'0'0'0'0,"0"0"-12"16,0 0 12-16,0 0 10 16,0 0 58-16,0 0 0 15,-18-1-35-15,18 1-15 16,0-2-4-16,0 2 7 15,0 0 5-15,0-1-2 16,0 1 0-16,0 0-1 16,0 0 5-16,10 0-1 15,-2 0-3-15,1 0-3 16,5 1-8-16,3 6-1 16,7 3-2-16,9 2-3 15,10 2-1-15,11 2-6 16,8 3 9-16,6-1-1 15,6 2 4-15,7 0-3 0,5-1-2 16,10 0-3-16,5-1 0 16,1-1-4-16,-1 0 1 15,-2 1-1-15,-8 1 1 16,-5-1 0-16,-7 2 0 16,-3 1 1-16,-3-1-1 15,-3 0 0-15,-5-3-1 16,-10-3 0-16,-6-2-1 15,-6-4 2-15,-5 0-1 16,-6-1 0-16,-6-2 0 16,-10 0 0-16,-4-4 0 15,-6 1 0-15,-4-2 2 0,-2 0-5 16,0 0 6 0,0 1-3-16,0-1 5 0,0 0-2 15,0 1 3-15,0-1 2 16,0 0-5-16,0 0-2 15,0 0-1-15,0 0 1 16,0 0-2-16,0 0 1 16,0 0 0-16,0 0 0 15,0 0 1-15,0 0-1 16,0 0 0-16,0 2 0 16,0-2 1-16,0 1-1 15,0-1 0-15,0 2 1 16,0-1 2-16,0-1-2 15,0 2 0-15,0-2 0 0,0 0-1 16,0 0 1-16,0 0-1 16,0 0 0-16,0 0 0 15,0 0 0-15,0 0 1 16,0 0-1-16,0 0 1 16,0 0 1-16,0 0 1 15,0 0 3-15,0 0-1 16,0 0-3-16,0 0-1 15,0 0-1-15,0 0 1 16,0 0-1-16,0 0 0 0,0 0 0 16,0 0 0-1,0 0 0-15,0 0 0 16,0 0 0-16,0 0 0 0,0 0 0 16,0 0 0-1,0 0 0-15,0 0 0 0,0 0 0 16,0 0 0-16,0 0 0 15,0 0 0-15,0 0 0 16,0 0 0-16,0 0 0 16,0 0-1-16,0 0 0 15,0 0 1-15,0 0-1 16,0 0 2-16,0 0-1 16,0 0 0-16,0 0 1 15,0 0 0-15,0 0 0 16,0 0-1-16,0 0 1 0,0 0-1 15,0 0 2-15,0 0 0 16,0 0 1-16,0 0-1 16,0 0 1-16,0 0 1 15,0 0 0-15,0 0 1 16,0 0 0-16,0 0-2 16,0 0-1-16,0 0 0 15,-2 2 0-15,2 0 0 16,-1 1 0-16,-3 0 1 15,3-2 0-15,-1 2-1 16,2 0-1-16,0 1 0 16,-1-3 1-16,1 2-1 15,0 0 0-15,0-2 0 0,0 0-1 16,-2 1 2 0,2-1-2-16,0 1 0 0,0-2 1 15,0 1 2-15,0 0 0 16,0-1-2-16,0 0 0 15,0 0-1-15,0 0 0 16,0 0 0-16,0 0 0 16,0 0 0-16,0 0-1 15,0 2 1-15,0 1 0 16,0-2 0-16,0 0 1 16,0-1-1-16,0 2 0 15,0-1 0-15,0-1 2 16,0 0-2-16,0 0 0 15,0 2 0-15,0-2 0 0,0 1 0 16,0 0 0-16,0 2 0 16,0-1 0-16,0 1 1 15,0-1-1-15,0 1 1 16,0-1-1-16,2-1 3 16,-2 2-3-16,1-2 2 15,1-1-2-15,-2 2 1 16,0-1-1-16,0-1 1 15,0 0 0-15,0 0-1 16,0 0 1-16,0 2-1 16,0-1 1-16,0-1-1 0,0 3 0 15,0-3 0-15,0 0 0 16,0 0-1-16,0 1 1 16,0 1-1-16,0-1 1 15,0 1 0-15,0-1-1 16,0-1 0-16,0 3 0 15,1-3-4-15,-1 0 1 16,0 0-10-16,0 1-14 16,0 1-21-16,0-2-39 15,-13 0-103-15,-6 1-179 16</inkml:trace>
  <inkml:trace contextRef="#ctx0" brushRef="#br0" timeOffset="-168495.1">12982 16177 151 0,'0'0'529'0,"0"0"-487"16,0 0-42-16,0 0-22 15,0 0 22-15,0 0 38 0,23 57 5 16,-4-31-15 0,8 0-15-16,6-1 8 0,3-1-3 15,1-3-4-15,-1-1 4 16,5-2 0-16,0-1 0 15,2-3 2-15,3-7-3 16,3-6-3-16,2-1-4 16,3-1-2-16,0-17 4 15,-3-6 5-15,-1-7-5 16,1-6-6-16,-5-4 3 16,2-3-5-16,-5-2 0 15,-2 0 3-15,-4 2-2 0,-8-2 2 16,-4 1 0-1,-3-6 4-15,-6-2-5 0,-4-6 2 16,-1-4-4-16,-3-2 2 16,-2 1 0-16,-6-1-3 15,0 2 4-15,0 1 0 16,0 6 4-16,-6 1 3 16,-7 4 3-16,-3 3-5 15,-5-1-2-15,-3 1-4 16,2 4 7-16,2 5-2 15,-1 5-3-15,3 7 2 16,-1 4-7-16,1 5-1 16,2 6 6-16,1 2 4 0,4 2-12 15,1 3 3 1,1 0-2-16,3 4 2 0,3 0-1 16,0 1-2-16,2 0 0 15,-1 0 0-15,2 0 0 16,0 0 1-16,-2 0-1 15,2 0-2-15,0 0-3 16,-1 0 2-16,1 0 3 16,0 0-1-16,0 0-3 15,0 0 1-15,0 0 2 16,0 0-3-16,0 0 4 16,0 0-3-16,0 0-3 15,0 0 5-15,0 0-7 16,0 0-14-16,0 1-35 0,0 12-34 15,0 1-44-15,0-1-134 16,3-8-250-16</inkml:trace>
  <inkml:trace contextRef="#ctx0" brushRef="#br0" timeOffset="-167607.3">13681 14788 55 0,'0'0'522'0,"0"0"-498"15,0 0-23-15,0 0 7 16,0 0 54-16,0 0 31 15,-9-14-27-15,9 13-27 16,0 1-13-16,0 0-2 16,0 0 2-16,0 0-11 15,9 0-7-15,13 10 8 16,12 9 19-16,10 11-7 16,9 5 2-16,10 7-13 15,4 8 7-15,5 3 4 16,2 10-10-16,5 0-3 0,2 2-2 15,6-3 5-15,-1-8-5 16,-4-4-7-16,-10-4-5 16,-11-8-1-16,-9-6 1 15,-9-6 1-15,-10-8-2 16,-9-4 0-16,-10-7-1 16,-4-1 1-16,-6-5-1 15,-2-1-2-15,-2 0-2 16,0 0-19-16,0 0-8 15,0 0-15-15,-6-4-14 16,-9-5-29-16,0-3-84 16,-4-5-161-16</inkml:trace>
  <inkml:trace contextRef="#ctx0" brushRef="#br0" timeOffset="-167187.15">13819 14711 671 0,'0'0'26'15,"0"0"-22"-15,0 0 1 16,0 0 11-16,0 0 26 16,0 0 21-16,91 42 3 15,-22-1-17-15,14 11 0 16,16 9-14-16,16 8-5 16,5 4-5-16,3-4-13 15,0-4-6-15,-12-11-6 16,-7-11 2-16,-10-4-1 15,-11-7 1-15,-9-2-1 16,-8-3-1-16,-9-5 0 0,-11-4-2 16,-9-3-2-1,-11-7-14-15,-10-2-15 16,-9-5-25-16,-3-1-53 0,-4 0-59 16,0-11-117-16</inkml:trace>
  <inkml:trace contextRef="#ctx0" brushRef="#br0" timeOffset="-166674.28">14110 14719 567 0,'0'0'119'0,"0"0"-118"15,0 0-1-15,0 0 0 16,0 0 27-16,0 0 15 16,-6-11-9-16,42 18-8 15,22 11 21-15,24 9 2 16,17 6-10-16,16 6-2 15,7 3-3-15,3 2-8 16,-2 0-4-16,-7-2-11 16,-8-4-2-16,-16-5-6 15,-13-5-1-15,-10-6 3 0,-15-3-2 16,-8-4 0-16,-10-2-1 16,-8-1 3-16,-4 1 1 15,-8 2 7-15,-3 0 5 16,-3-1-1-16,-6 0 7 15,-2-3-4-15,-2-1-2 16,0-4-7-16,0-2-3 16,0-2-4-16,0-2-1 15,0 0-2-15,0 0 0 16,0 0-11-16,0 0-34 16,-8 0-37-16,-11-8-55 15,-7 0-136-15</inkml:trace>
  <inkml:trace contextRef="#ctx0" brushRef="#br0" timeOffset="-162718.25">15220 13109 376 0,'0'0'19'0,"0"0"-17"16,0 0 1-16,0 0 29 15,0 0 34-15,0 0-19 16,0 0-24-16,0 0-16 15,0 0-1-15,0 0-4 16,0 0 1-16,0 0 1 16,0 0 0-16,0 0 3 15,0 0 5-15,0 0 7 16,0 0-1-16,0 0 12 16,0 0-10-16,0 0 3 0,0 0-5 15,0 0 1 1,0 0-3-16,0 0 1 0,0 0 4 15,0 0-1-15,0 0 1 16,0 0 1-16,0 0-9 16,0 0 3-16,0 0-7 15,0 0 0-15,0 0-4 16,0 0-4-16,0 0-1 16,0 0 0-16,0 0-1 15,7 0-2-15,12 1 3 16,9 9 3-16,12 3-2 15,16 5 1-15,18 5 3 16,21 5 0-16,10 4 1 0,8 4-2 16,1 1-3-1,-2-1-1-15,-2 1 0 0,-9-1 1 16,-8 1-1-16,-10-1-2 16,-9-1 2-16,-12-1 1 15,-10-3-1-15,-10-3 0 16,-6-4 0-16,-6-4 3 15,-6-5-2-15,-6-5 0 16,-8-5-1-16,-5 0 1 16,-2-4-1-16,-3 1 1 15,0-2 2-15,0 0 0 16,0 0-1-16,0 0 3 16,0 0 3-16,0 0 2 15,0 0-4-15,0 0 1 16,0 0-7-16,0 0 1 0,0 0-1 15,0 0-1-15,0 0-33 16,0 0-58-16,0 0-76 16,4 0-145-16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08T06:23:32.1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14146 7289 436 0,'0'0'7'0,"0"0"-7"15,0 0 7-15,0 0 59 16,0 0-9-16,0 0-9 16,0 0-23-16,-33 0 3 15,33 0-13-15,0 0-2 16,2 0-13-16,35-12-9 15,20-18 9-15,28-18 11 16,18-8-4-16,3 1-7 16,-12 11-3-16,-15 21-113 15,-27 15-93-15,-22 8-67 16</inkml:trace>
  <inkml:trace contextRef="#ctx0" brushRef="#br0" timeOffset="3058.02">14198 8691 366 0,'0'0'0'16,"0"0"10"-16,0 0-7 15,0 0 2-15,0 0 12 16,0 0 12-16,97-82-1 16,-43 48-23-16,6 0-1 0,2 4-4 15,1 7-34-15,-2 3-56 16,-7 4-35-16</inkml:trace>
  <inkml:trace contextRef="#ctx0" brushRef="#br0" timeOffset="6704.23">14204 9922 70 0,'0'0'267'0,"0"0"-267"16,0 0-1-16,0 0-2 15,0 0 3-15,0 0 10 16,0 0 19-16,-43 38 5 16,43-36-18-16,0 3-6 15,-2-1 3-15,1 0 5 16,1-1 6-16,0-2-10 16,0 1-2-16,0-1-4 15,0 0-2-15,0-1 5 16,0 0-2-16,0 0-1 15,0 0-1-15,0 0 4 16,14 0-2-16,25-9 9 0,22-15 11 16,16-12-8-16,5-7-8 15,-3-2-7-15,-8 6-2 16,-15 5-4-16,-10 10 7 16,-13 7-7-16,-11 5 1 15,-8 5-1-15,-7 3 0 16,-2 1-1-16,-3 1-5 15,-2 2-31-15,0 0-56 16,-8 0-136-16</inkml:trace>
  <inkml:trace contextRef="#ctx0" brushRef="#br0" timeOffset="19056.84">14030 11207 214 0,'0'0'22'0,"0"0"-13"15,0 0-6-15,0 0 32 16,0 0 8-16,0 0-9 0,0 0-9 15,-36 3-6 1,36-3-1-16,0 0 0 0,0 0 7 16,0 0 5-16,0 0-4 15,0 0-2-15,0 0-6 16,0 0-1-16,0 0-4 16,0 0 1-16,0 0-1 15,0 0-3-15,0 0-1 16,0 0 1-16,0 0 3 15,0 0 5-15,0 0 8 16,0 0-23-16,19-13-3 16,22-18 0-16,29-16 5 15,18-14 0-15,9-2-1 0,-12 7-2 16,-12 9-2 0,-17 10 4-16,-14 12-3 0,-9 5 1 15,-8 7-2-15,-8 6 2 16,-5 3 0-16,-6 3-2 15,-2 1 1-15,-4 0 6 16,2 0 3-16,-2 0-1 16,0 0-4-16,0 0-1 15,0 0 2-15,0 0 1 16,0 0-7-16,0 0-1 16,0 0 1-16,0 0-13 15,1 11-68-15,7 9-128 16,-8-2-5-16</inkml:trace>
  <inkml:trace contextRef="#ctx0" brushRef="#br0" timeOffset="23547.12">21184 10879 540 0,'0'0'19'16,"0"0"21"-16,0 0-16 16,0 0 39-16,0 0 8 15,0 0-32-15,0 0-18 16,-35 0-13-16,35 3-8 15,0 13 5-15,0 5 15 0,12 4 20 16,6-4-24-16,6-5-1 16,21-12 5-16,31-5 12 15,42-53 25-15,59-42-22 16,53-51-28-16,39-28-7 16,17-8-6-16,-19-6-191 15,-37 11-327-15</inkml:trace>
  <inkml:trace contextRef="#ctx0" brushRef="#br0" timeOffset="31913.19">20481 9413 178 0,'0'0'410'16,"0"0"-404"-16,0 0 13 15,0 0 10-15,0 0 14 16,0 0 26-16,0 0 2 15,-36-55-21-15,36 54-14 16,0 1-14-16,0 0-12 0,0 0-5 16,0 0-4-1,0 0-1-15,0 0-1 0,0 0-4 16,0 3 5-16,5 6 0 16,5 4 0-16,2 1 6 15,0 0 3-15,3-1 0 16,3-3-2-16,7-3 0 15,14-4 6-15,18-3 6 16,21-23-2-16,24-26-3 16,23-26-5-16,17-21-9 15,5-14-5-15,-4-6-13 16,-16 6-52-16,-19 9-33 16,-22 13-21-16,-25 17-30 0,-23 13-203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http://www.techiedelight.com/travelling-salesman-problem-using-branch-and-bound/</a:t>
            </a:r>
          </a:p>
          <a:p>
            <a:r>
              <a:rPr lang="en-IN" dirty="0"/>
              <a:t>https://www.youtube.com/watch?v=RR7GXoWiUw4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678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27051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Dynamic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Programming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/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solidFill>
            <a:srgbClr val="DFDFDF">
              <a:alpha val="49804"/>
            </a:srgbClr>
          </a:solidFill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DFDFDF">
              <a:alpha val="49804"/>
            </a:srgb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>
            <a:lvl1pPr>
              <a:def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283765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Dynamic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Programming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solidFill>
            <a:srgbClr val="F48CAF"/>
          </a:solidFill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DFDFDF">
              <a:alpha val="49804"/>
            </a:srgb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>
            <a:lvl1pPr>
              <a:defRPr lang="en-US" sz="3400" b="1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solidFill>
            <a:srgbClr val="DFDFDF">
              <a:alpha val="49804"/>
            </a:srgbClr>
          </a:solidFill>
          <a:ln>
            <a:noFill/>
          </a:ln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297018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Dynamic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Programming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DFDFDF">
              <a:alpha val="49804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38350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Dynamic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Programming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39954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Dynamic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Programming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335379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Dynamic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Programming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97590" y="25574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65204" y="2657799"/>
            <a:ext cx="2103120" cy="20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/>
          <a:lstStyle>
            <a:lvl1pPr algn="l">
              <a:defRPr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2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200150" indent="-28575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Char char="q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552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/>
          <a:lstStyle>
            <a:lvl1pPr algn="l">
              <a:defRPr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2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200150" indent="-28575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Char char="q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681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/>
          <a:lstStyle>
            <a:lvl1pPr algn="l">
              <a:defRPr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2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200150" indent="-28575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Char char="q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2034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/>
          <a:lstStyle>
            <a:lvl1pPr algn="l">
              <a:defRPr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2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200150" indent="-28575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Char char="q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0554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/>
          <a:lstStyle>
            <a:lvl1pPr algn="l">
              <a:defRPr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2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200150" indent="-28575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Char char="q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860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/>
          <a:lstStyle>
            <a:lvl1pPr algn="l">
              <a:defRPr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2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200150" indent="-28575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Char char="q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5031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/>
          <a:lstStyle>
            <a:lvl1pPr algn="l">
              <a:defRPr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2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200150" indent="-28575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Char char="q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484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139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980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9659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37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11/28/2023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87" r:id="rId2"/>
    <p:sldLayoutId id="2147483688" r:id="rId3"/>
    <p:sldLayoutId id="2147483671" r:id="rId4"/>
    <p:sldLayoutId id="2147483672" r:id="rId5"/>
    <p:sldLayoutId id="2147483689" r:id="rId6"/>
    <p:sldLayoutId id="2147483690" r:id="rId7"/>
    <p:sldLayoutId id="2147483673" r:id="rId8"/>
    <p:sldLayoutId id="2147483686" r:id="rId9"/>
    <p:sldLayoutId id="2147483692" r:id="rId10"/>
    <p:sldLayoutId id="2147483702" r:id="rId11"/>
    <p:sldLayoutId id="2147483701" r:id="rId12"/>
    <p:sldLayoutId id="2147483699" r:id="rId13"/>
    <p:sldLayoutId id="2147483696" r:id="rId14"/>
    <p:sldLayoutId id="2147483695" r:id="rId15"/>
    <p:sldLayoutId id="2147483694" r:id="rId16"/>
    <p:sldLayoutId id="2147483693" r:id="rId17"/>
    <p:sldLayoutId id="2147483700" r:id="rId18"/>
    <p:sldLayoutId id="2147483698" r:id="rId19"/>
    <p:sldLayoutId id="2147483697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.png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700F155-879E-4253-A2D1-B37B688D1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2979" y="2511380"/>
            <a:ext cx="7035300" cy="218942"/>
          </a:xfrm>
        </p:spPr>
        <p:txBody>
          <a:bodyPr/>
          <a:lstStyle/>
          <a:p>
            <a:br>
              <a:rPr lang="en-US" sz="5400" b="0" dirty="0"/>
            </a:br>
            <a:r>
              <a:rPr lang="en-US" sz="5400" b="0" dirty="0"/>
              <a:t>Back Tracking and Branch &amp; Bound</a:t>
            </a:r>
            <a:br>
              <a:rPr lang="en-US" sz="5400" b="0" dirty="0"/>
            </a:br>
            <a:endParaRPr lang="en-US" sz="5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32542ED-2F2B-4743-B8B0-603E0C1FE347}"/>
                  </a:ext>
                </a:extLst>
              </p14:cNvPr>
              <p14:cNvContentPartPr/>
              <p14:nvPr/>
            </p14:nvContentPartPr>
            <p14:xfrm>
              <a:off x="5963760" y="460800"/>
              <a:ext cx="2484000" cy="645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32542ED-2F2B-4743-B8B0-603E0C1FE3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54400" y="451440"/>
                <a:ext cx="2502720" cy="66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5329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</p:cNvCxnSpPr>
          <p:nvPr/>
        </p:nvCxnSpPr>
        <p:spPr>
          <a:xfrm>
            <a:off x="1191446" y="-17287"/>
            <a:ext cx="0" cy="5486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534989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191446" y="1009551"/>
            <a:ext cx="0" cy="5029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512751" y="530001"/>
            <a:ext cx="876771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AD1457"/>
                </a:solidFill>
              </a:rPr>
              <a:t>Outline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424242"/>
                </a:solidFill>
              </a:rPr>
              <a:t>Introduction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424242"/>
                </a:solidFill>
              </a:rPr>
              <a:t>The Eight queens problem 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424242"/>
                </a:solidFill>
              </a:rPr>
              <a:t>Knapsack problem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424242"/>
                </a:solidFill>
              </a:rPr>
              <a:t>Travelling Salesman problem</a:t>
            </a:r>
          </a:p>
        </p:txBody>
      </p:sp>
    </p:spTree>
    <p:extLst>
      <p:ext uri="{BB962C8B-B14F-4D97-AF65-F5344CB8AC3E}">
        <p14:creationId xmlns:p14="http://schemas.microsoft.com/office/powerpoint/2010/main" val="272453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176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Backtracking</a:t>
            </a:r>
            <a:r>
              <a:rPr lang="en-US" dirty="0"/>
              <a:t> can be defined as a general algorithmic technique that considers searching every possible combination in order to solve a problem</a:t>
            </a:r>
            <a:r>
              <a:rPr lang="en-US" i="1" dirty="0"/>
              <a:t>.</a:t>
            </a:r>
          </a:p>
          <a:p>
            <a:r>
              <a:rPr lang="en-US" dirty="0"/>
              <a:t>In Dynamic programming we solve optimization problem where as back tracking is used when you have multiple solutions and you want all those solutions.</a:t>
            </a:r>
          </a:p>
          <a:p>
            <a:r>
              <a:rPr lang="en-IN" dirty="0"/>
              <a:t>It is a </a:t>
            </a:r>
            <a:r>
              <a:rPr lang="en-IN" b="1" dirty="0">
                <a:solidFill>
                  <a:srgbClr val="C00000"/>
                </a:solidFill>
              </a:rPr>
              <a:t>Brut force approach</a:t>
            </a:r>
            <a:r>
              <a:rPr lang="en-IN" dirty="0"/>
              <a:t>, It generates </a:t>
            </a:r>
            <a:r>
              <a:rPr lang="en-IN" b="1" dirty="0">
                <a:solidFill>
                  <a:srgbClr val="C00000"/>
                </a:solidFill>
              </a:rPr>
              <a:t>state space tree </a:t>
            </a:r>
            <a:r>
              <a:rPr lang="en-IN" dirty="0"/>
              <a:t>for all possible solutions.</a:t>
            </a:r>
          </a:p>
          <a:p>
            <a:r>
              <a:rPr lang="en-IN" dirty="0"/>
              <a:t>It traverse state space tree in the </a:t>
            </a:r>
            <a:r>
              <a:rPr lang="en-IN" b="1" dirty="0">
                <a:solidFill>
                  <a:srgbClr val="C00000"/>
                </a:solidFill>
              </a:rPr>
              <a:t>depth first order</a:t>
            </a:r>
            <a:r>
              <a:rPr lang="en-IN" sz="1800" b="1" dirty="0"/>
              <a:t>(while branch and bound follow breadth first search)</a:t>
            </a:r>
            <a:endParaRPr lang="en-IN" b="1" dirty="0"/>
          </a:p>
          <a:p>
            <a:r>
              <a:rPr lang="en-US" dirty="0"/>
              <a:t>So, in a backtracking we attempt </a:t>
            </a:r>
            <a:r>
              <a:rPr lang="en-US" b="1" dirty="0"/>
              <a:t>solving a sub-problem</a:t>
            </a:r>
            <a:r>
              <a:rPr lang="en-US" dirty="0"/>
              <a:t>, and if we </a:t>
            </a:r>
            <a:r>
              <a:rPr lang="en-US" b="1" dirty="0"/>
              <a:t>don't reach the desired solution</a:t>
            </a:r>
            <a:r>
              <a:rPr lang="en-US" dirty="0"/>
              <a:t>, then undo whatever we did for solving that sub-problem, and </a:t>
            </a:r>
            <a:r>
              <a:rPr lang="en-US" b="1" dirty="0"/>
              <a:t>try solving another sub-problem</a:t>
            </a:r>
            <a:r>
              <a:rPr lang="en-US" dirty="0"/>
              <a:t>.</a:t>
            </a:r>
          </a:p>
          <a:p>
            <a:r>
              <a:rPr lang="en-US" dirty="0"/>
              <a:t>All the solutions require a set of constraints divided into two categories: </a:t>
            </a:r>
            <a:r>
              <a:rPr lang="en-US" b="1" dirty="0"/>
              <a:t>explicit and implicit constraints.</a:t>
            </a:r>
            <a:endParaRPr lang="en-US" b="1" i="1" dirty="0"/>
          </a:p>
          <a:p>
            <a:endParaRPr lang="en-IN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6220C65-B31E-4F1E-A192-1E049C5C4C00}"/>
                  </a:ext>
                </a:extLst>
              </p14:cNvPr>
              <p14:cNvContentPartPr/>
              <p14:nvPr/>
            </p14:nvContentPartPr>
            <p14:xfrm>
              <a:off x="5428080" y="1824120"/>
              <a:ext cx="2019960" cy="83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6220C65-B31E-4F1E-A192-1E049C5C4C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18720" y="1814760"/>
                <a:ext cx="2038680" cy="10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019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2904E-4AB5-4DB4-A351-DF666271D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A6C4A-96DA-4876-AEDE-E5DA5F72A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46228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In how many ways we can arrange 2 boys and 1 girl in a seating arrangement of 3 chair.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0ADB02D-EB0D-4CE9-A9F2-668F45BCA6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98199"/>
              </p:ext>
            </p:extLst>
          </p:nvPr>
        </p:nvGraphicFramePr>
        <p:xfrm>
          <a:off x="721361" y="1867746"/>
          <a:ext cx="1960878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53626">
                  <a:extLst>
                    <a:ext uri="{9D8B030D-6E8A-4147-A177-3AD203B41FA5}">
                      <a16:colId xmlns:a16="http://schemas.microsoft.com/office/drawing/2014/main" val="3002341081"/>
                    </a:ext>
                  </a:extLst>
                </a:gridCol>
                <a:gridCol w="653626">
                  <a:extLst>
                    <a:ext uri="{9D8B030D-6E8A-4147-A177-3AD203B41FA5}">
                      <a16:colId xmlns:a16="http://schemas.microsoft.com/office/drawing/2014/main" val="861764085"/>
                    </a:ext>
                  </a:extLst>
                </a:gridCol>
                <a:gridCol w="653626">
                  <a:extLst>
                    <a:ext uri="{9D8B030D-6E8A-4147-A177-3AD203B41FA5}">
                      <a16:colId xmlns:a16="http://schemas.microsoft.com/office/drawing/2014/main" val="3179219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094051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3948CFD3-F293-4038-84A2-8BDAAF8A7D06}"/>
              </a:ext>
            </a:extLst>
          </p:cNvPr>
          <p:cNvSpPr/>
          <p:nvPr/>
        </p:nvSpPr>
        <p:spPr>
          <a:xfrm>
            <a:off x="6532878" y="2068407"/>
            <a:ext cx="579118" cy="523242"/>
          </a:xfrm>
          <a:prstGeom prst="ellipse">
            <a:avLst/>
          </a:prstGeom>
          <a:ln w="3810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A14E7AD-BDA8-43BA-8270-3F0858FC6920}"/>
              </a:ext>
            </a:extLst>
          </p:cNvPr>
          <p:cNvSpPr/>
          <p:nvPr/>
        </p:nvSpPr>
        <p:spPr>
          <a:xfrm>
            <a:off x="4927596" y="3047999"/>
            <a:ext cx="629922" cy="594363"/>
          </a:xfrm>
          <a:prstGeom prst="ellipse">
            <a:avLst/>
          </a:prstGeom>
          <a:ln w="3810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D5A967A-FA8F-4E34-A876-2E79FD86B251}"/>
              </a:ext>
            </a:extLst>
          </p:cNvPr>
          <p:cNvSpPr/>
          <p:nvPr/>
        </p:nvSpPr>
        <p:spPr>
          <a:xfrm>
            <a:off x="3698236" y="4183379"/>
            <a:ext cx="690878" cy="656169"/>
          </a:xfrm>
          <a:prstGeom prst="ellipse">
            <a:avLst/>
          </a:prstGeom>
          <a:ln w="3810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241D2D8-8BD3-4CB8-B220-083DF1B40F56}"/>
              </a:ext>
            </a:extLst>
          </p:cNvPr>
          <p:cNvSpPr/>
          <p:nvPr/>
        </p:nvSpPr>
        <p:spPr>
          <a:xfrm>
            <a:off x="3698236" y="5378027"/>
            <a:ext cx="680718" cy="656169"/>
          </a:xfrm>
          <a:prstGeom prst="ellipse">
            <a:avLst/>
          </a:prstGeom>
          <a:ln w="381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1FB1B5A-6B18-4C26-8F66-4E19A48CFD7B}"/>
              </a:ext>
            </a:extLst>
          </p:cNvPr>
          <p:cNvSpPr/>
          <p:nvPr/>
        </p:nvSpPr>
        <p:spPr>
          <a:xfrm>
            <a:off x="4876796" y="4213013"/>
            <a:ext cx="590353" cy="594363"/>
          </a:xfrm>
          <a:prstGeom prst="ellipse">
            <a:avLst/>
          </a:prstGeom>
          <a:ln w="381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G1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4729A0A-7518-4D46-A4BC-979DF5EC560C}"/>
              </a:ext>
            </a:extLst>
          </p:cNvPr>
          <p:cNvSpPr/>
          <p:nvPr/>
        </p:nvSpPr>
        <p:spPr>
          <a:xfrm>
            <a:off x="4876796" y="5378028"/>
            <a:ext cx="609600" cy="594363"/>
          </a:xfrm>
          <a:prstGeom prst="ellipse">
            <a:avLst/>
          </a:prstGeom>
          <a:ln w="3810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6F04DEE-BA4D-4D4E-BBBA-841C7861B5FD}"/>
              </a:ext>
            </a:extLst>
          </p:cNvPr>
          <p:cNvSpPr/>
          <p:nvPr/>
        </p:nvSpPr>
        <p:spPr>
          <a:xfrm>
            <a:off x="6482074" y="3048000"/>
            <a:ext cx="629922" cy="594362"/>
          </a:xfrm>
          <a:prstGeom prst="ellipse">
            <a:avLst/>
          </a:prstGeom>
          <a:ln w="3810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A376387-13F7-4704-8A7F-A6711B0111F1}"/>
              </a:ext>
            </a:extLst>
          </p:cNvPr>
          <p:cNvSpPr/>
          <p:nvPr/>
        </p:nvSpPr>
        <p:spPr>
          <a:xfrm>
            <a:off x="8036552" y="3047999"/>
            <a:ext cx="629922" cy="586741"/>
          </a:xfrm>
          <a:prstGeom prst="ellipse">
            <a:avLst/>
          </a:prstGeom>
          <a:ln w="381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83328E3-0ACF-47D4-82F2-EE42EC8C7DBD}"/>
              </a:ext>
            </a:extLst>
          </p:cNvPr>
          <p:cNvSpPr/>
          <p:nvPr/>
        </p:nvSpPr>
        <p:spPr>
          <a:xfrm>
            <a:off x="5923276" y="4213014"/>
            <a:ext cx="629922" cy="594362"/>
          </a:xfrm>
          <a:prstGeom prst="ellipse">
            <a:avLst/>
          </a:prstGeom>
          <a:ln w="3810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555629C-B1F8-4EAD-A638-B361EF59EE2D}"/>
              </a:ext>
            </a:extLst>
          </p:cNvPr>
          <p:cNvSpPr/>
          <p:nvPr/>
        </p:nvSpPr>
        <p:spPr>
          <a:xfrm>
            <a:off x="7040878" y="4183380"/>
            <a:ext cx="629922" cy="594362"/>
          </a:xfrm>
          <a:prstGeom prst="ellipse">
            <a:avLst/>
          </a:prstGeom>
          <a:ln w="381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50263CC-9A0D-4792-BF28-5A8CB1070A8D}"/>
              </a:ext>
            </a:extLst>
          </p:cNvPr>
          <p:cNvSpPr/>
          <p:nvPr/>
        </p:nvSpPr>
        <p:spPr>
          <a:xfrm>
            <a:off x="5923276" y="5378028"/>
            <a:ext cx="609602" cy="594362"/>
          </a:xfrm>
          <a:prstGeom prst="ellipse">
            <a:avLst/>
          </a:prstGeom>
          <a:ln w="38100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G1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6927CC-3041-4175-9183-D1C715DC4E6C}"/>
              </a:ext>
            </a:extLst>
          </p:cNvPr>
          <p:cNvSpPr/>
          <p:nvPr/>
        </p:nvSpPr>
        <p:spPr>
          <a:xfrm>
            <a:off x="7040878" y="5383955"/>
            <a:ext cx="629922" cy="594362"/>
          </a:xfrm>
          <a:prstGeom prst="ellipse">
            <a:avLst/>
          </a:prstGeom>
          <a:ln w="3810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2CA81C6-5503-49BA-9635-02CBAB22C549}"/>
              </a:ext>
            </a:extLst>
          </p:cNvPr>
          <p:cNvSpPr/>
          <p:nvPr/>
        </p:nvSpPr>
        <p:spPr>
          <a:xfrm>
            <a:off x="7985756" y="4173220"/>
            <a:ext cx="609606" cy="586740"/>
          </a:xfrm>
          <a:prstGeom prst="ellipse">
            <a:avLst/>
          </a:prstGeom>
          <a:ln w="3810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EE117D8-FECA-4DAC-9E45-C7D1FC091337}"/>
              </a:ext>
            </a:extLst>
          </p:cNvPr>
          <p:cNvSpPr/>
          <p:nvPr/>
        </p:nvSpPr>
        <p:spPr>
          <a:xfrm>
            <a:off x="9001762" y="4183380"/>
            <a:ext cx="629922" cy="594362"/>
          </a:xfrm>
          <a:prstGeom prst="ellipse">
            <a:avLst/>
          </a:prstGeom>
          <a:ln w="3810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D79A80D-2DED-45BE-AAF5-6CA346D67AA5}"/>
              </a:ext>
            </a:extLst>
          </p:cNvPr>
          <p:cNvSpPr/>
          <p:nvPr/>
        </p:nvSpPr>
        <p:spPr>
          <a:xfrm>
            <a:off x="7965440" y="5369560"/>
            <a:ext cx="629922" cy="594362"/>
          </a:xfrm>
          <a:prstGeom prst="ellipse">
            <a:avLst/>
          </a:prstGeom>
          <a:ln w="3810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8BA1293-F090-44F5-8D51-D4CF74CC2793}"/>
              </a:ext>
            </a:extLst>
          </p:cNvPr>
          <p:cNvSpPr/>
          <p:nvPr/>
        </p:nvSpPr>
        <p:spPr>
          <a:xfrm>
            <a:off x="9001762" y="5350086"/>
            <a:ext cx="619762" cy="594362"/>
          </a:xfrm>
          <a:prstGeom prst="ellipse">
            <a:avLst/>
          </a:prstGeom>
          <a:ln w="3810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BDAF88-8305-4654-BCE2-3C490001E332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5465268" y="2515022"/>
            <a:ext cx="1152420" cy="62001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E06883E-A8F1-46DC-BA84-70A5D82530CF}"/>
              </a:ext>
            </a:extLst>
          </p:cNvPr>
          <p:cNvCxnSpPr>
            <a:stCxn id="5" idx="5"/>
            <a:endCxn id="12" idx="1"/>
          </p:cNvCxnSpPr>
          <p:nvPr/>
        </p:nvCxnSpPr>
        <p:spPr>
          <a:xfrm>
            <a:off x="7027186" y="2515022"/>
            <a:ext cx="1101616" cy="61890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6D8882A-493B-4334-9694-DBF67DF7C79C}"/>
              </a:ext>
            </a:extLst>
          </p:cNvPr>
          <p:cNvCxnSpPr>
            <a:stCxn id="5" idx="4"/>
            <a:endCxn id="11" idx="0"/>
          </p:cNvCxnSpPr>
          <p:nvPr/>
        </p:nvCxnSpPr>
        <p:spPr>
          <a:xfrm flipH="1">
            <a:off x="6797035" y="2591649"/>
            <a:ext cx="25402" cy="45635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AF948BB-41A6-421A-A6B8-6581D9988FAF}"/>
              </a:ext>
            </a:extLst>
          </p:cNvPr>
          <p:cNvCxnSpPr>
            <a:stCxn id="6" idx="3"/>
            <a:endCxn id="7" idx="7"/>
          </p:cNvCxnSpPr>
          <p:nvPr/>
        </p:nvCxnSpPr>
        <p:spPr>
          <a:xfrm flipH="1">
            <a:off x="4287937" y="3555320"/>
            <a:ext cx="731909" cy="7241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6901FA-FF95-48D3-BD03-69A90929D7C2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 flipH="1">
            <a:off x="5171973" y="3642362"/>
            <a:ext cx="70584" cy="57065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56E52CA-5DB3-45F4-A5F0-9F734DAF9665}"/>
              </a:ext>
            </a:extLst>
          </p:cNvPr>
          <p:cNvCxnSpPr>
            <a:stCxn id="7" idx="4"/>
            <a:endCxn id="8" idx="0"/>
          </p:cNvCxnSpPr>
          <p:nvPr/>
        </p:nvCxnSpPr>
        <p:spPr>
          <a:xfrm flipH="1">
            <a:off x="4038595" y="4839548"/>
            <a:ext cx="5080" cy="53847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F88EF62-B1A6-4CD6-B544-FF638D840B6A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>
            <a:off x="5171973" y="4807376"/>
            <a:ext cx="9623" cy="57065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D00121D-F334-4784-898B-75811EE08AD3}"/>
              </a:ext>
            </a:extLst>
          </p:cNvPr>
          <p:cNvCxnSpPr>
            <a:stCxn id="11" idx="4"/>
            <a:endCxn id="13" idx="0"/>
          </p:cNvCxnSpPr>
          <p:nvPr/>
        </p:nvCxnSpPr>
        <p:spPr>
          <a:xfrm flipH="1">
            <a:off x="6238237" y="3642362"/>
            <a:ext cx="558798" cy="57065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C2F94B4-BE49-4B92-8CC6-0DDACEF3147B}"/>
              </a:ext>
            </a:extLst>
          </p:cNvPr>
          <p:cNvCxnSpPr>
            <a:stCxn id="11" idx="4"/>
            <a:endCxn id="14" idx="0"/>
          </p:cNvCxnSpPr>
          <p:nvPr/>
        </p:nvCxnSpPr>
        <p:spPr>
          <a:xfrm>
            <a:off x="6797035" y="3642362"/>
            <a:ext cx="558804" cy="5410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563E2DE-25A6-4344-9E9B-D0339FBB12F9}"/>
              </a:ext>
            </a:extLst>
          </p:cNvPr>
          <p:cNvCxnSpPr>
            <a:stCxn id="13" idx="4"/>
            <a:endCxn id="15" idx="0"/>
          </p:cNvCxnSpPr>
          <p:nvPr/>
        </p:nvCxnSpPr>
        <p:spPr>
          <a:xfrm flipH="1">
            <a:off x="6228077" y="4807376"/>
            <a:ext cx="10160" cy="57065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4BB6702-5C91-4B5E-83C1-0E262CE0172C}"/>
              </a:ext>
            </a:extLst>
          </p:cNvPr>
          <p:cNvCxnSpPr>
            <a:stCxn id="14" idx="4"/>
            <a:endCxn id="16" idx="0"/>
          </p:cNvCxnSpPr>
          <p:nvPr/>
        </p:nvCxnSpPr>
        <p:spPr>
          <a:xfrm>
            <a:off x="7355839" y="4777742"/>
            <a:ext cx="0" cy="6062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635F644-2766-44E7-9DE7-C75A6D6F59FF}"/>
              </a:ext>
            </a:extLst>
          </p:cNvPr>
          <p:cNvCxnSpPr>
            <a:stCxn id="12" idx="4"/>
            <a:endCxn id="17" idx="0"/>
          </p:cNvCxnSpPr>
          <p:nvPr/>
        </p:nvCxnSpPr>
        <p:spPr>
          <a:xfrm flipH="1">
            <a:off x="8290559" y="3634740"/>
            <a:ext cx="60954" cy="5384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9FF1788-A7B8-4B34-95F9-780CCC39CF81}"/>
              </a:ext>
            </a:extLst>
          </p:cNvPr>
          <p:cNvCxnSpPr>
            <a:stCxn id="12" idx="5"/>
            <a:endCxn id="18" idx="0"/>
          </p:cNvCxnSpPr>
          <p:nvPr/>
        </p:nvCxnSpPr>
        <p:spPr>
          <a:xfrm>
            <a:off x="8574224" y="3548814"/>
            <a:ext cx="742499" cy="63456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F3E00DA-D8CE-46F2-B03D-038C328D8218}"/>
              </a:ext>
            </a:extLst>
          </p:cNvPr>
          <p:cNvCxnSpPr>
            <a:stCxn id="17" idx="4"/>
            <a:endCxn id="19" idx="0"/>
          </p:cNvCxnSpPr>
          <p:nvPr/>
        </p:nvCxnSpPr>
        <p:spPr>
          <a:xfrm flipH="1">
            <a:off x="8280401" y="4759960"/>
            <a:ext cx="10158" cy="6096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3D19DC6-F4E0-4930-8048-4B2B553C7F34}"/>
              </a:ext>
            </a:extLst>
          </p:cNvPr>
          <p:cNvCxnSpPr>
            <a:stCxn id="18" idx="4"/>
            <a:endCxn id="20" idx="0"/>
          </p:cNvCxnSpPr>
          <p:nvPr/>
        </p:nvCxnSpPr>
        <p:spPr>
          <a:xfrm flipH="1">
            <a:off x="9311643" y="4777742"/>
            <a:ext cx="5080" cy="57234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FB4A39C-42FC-417F-A544-6D0F4CFC0898}"/>
              </a:ext>
            </a:extLst>
          </p:cNvPr>
          <p:cNvSpPr txBox="1"/>
          <p:nvPr/>
        </p:nvSpPr>
        <p:spPr>
          <a:xfrm>
            <a:off x="0" y="2664368"/>
            <a:ext cx="4281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CONSTRAINT</a:t>
            </a:r>
            <a:r>
              <a:rPr lang="en-IN" dirty="0"/>
              <a:t> : girl should not sit in between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86F85FD-CB1F-4B89-A09C-F698EF228E46}"/>
              </a:ext>
            </a:extLst>
          </p:cNvPr>
          <p:cNvSpPr txBox="1"/>
          <p:nvPr/>
        </p:nvSpPr>
        <p:spPr>
          <a:xfrm>
            <a:off x="0" y="3090150"/>
            <a:ext cx="4748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Apply bounding condition to </a:t>
            </a:r>
            <a:r>
              <a:rPr lang="en-IN" dirty="0">
                <a:solidFill>
                  <a:srgbClr val="C00000"/>
                </a:solidFill>
              </a:rPr>
              <a:t>kill the node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Once the bounding condition reached</a:t>
            </a:r>
            <a:r>
              <a:rPr lang="en-IN" dirty="0">
                <a:solidFill>
                  <a:srgbClr val="C00000"/>
                </a:solidFill>
              </a:rPr>
              <a:t>, no need to go further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CA44693-F34F-4453-BE72-543E581A5504}"/>
                  </a:ext>
                </a:extLst>
              </p14:cNvPr>
              <p14:cNvContentPartPr/>
              <p14:nvPr/>
            </p14:nvContentPartPr>
            <p14:xfrm>
              <a:off x="2979000" y="3371040"/>
              <a:ext cx="5470200" cy="27828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CA44693-F34F-4453-BE72-543E581A55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69640" y="3361680"/>
                <a:ext cx="5488920" cy="280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0918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52" grpId="0"/>
      <p:bldP spid="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N - Queens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- queen is the problem of </a:t>
                </a:r>
                <a:r>
                  <a:rPr lang="en-US" b="1" dirty="0"/>
                  <a:t>placing N chess queens </a:t>
                </a:r>
                <a:r>
                  <a:rPr lang="en-US" dirty="0"/>
                  <a:t>on 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chessboard so that </a:t>
                </a:r>
                <a:r>
                  <a:rPr lang="en-US" b="1" dirty="0"/>
                  <a:t>no two queens attack each other</a:t>
                </a:r>
                <a:r>
                  <a:rPr lang="en-US" dirty="0"/>
                  <a:t>.</a:t>
                </a:r>
                <a:endParaRPr lang="en-IN" dirty="0"/>
              </a:p>
              <a:p>
                <a:pPr marL="300038"/>
                <a:r>
                  <a:rPr lang="en-IN" dirty="0"/>
                  <a:t>Two queens of </a:t>
                </a:r>
                <a:r>
                  <a:rPr lang="en-IN" b="1" dirty="0">
                    <a:solidFill>
                      <a:srgbClr val="C00000"/>
                    </a:solidFill>
                  </a:rPr>
                  <a:t>same row</a:t>
                </a:r>
                <a:r>
                  <a:rPr lang="en-IN" b="1" dirty="0"/>
                  <a:t>, </a:t>
                </a:r>
                <a:r>
                  <a:rPr lang="en-IN" b="1" dirty="0">
                    <a:solidFill>
                      <a:srgbClr val="C00000"/>
                    </a:solidFill>
                  </a:rPr>
                  <a:t>same column </a:t>
                </a:r>
                <a:r>
                  <a:rPr lang="en-IN" b="1" dirty="0"/>
                  <a:t>or the </a:t>
                </a:r>
                <a:r>
                  <a:rPr lang="en-IN" b="1" dirty="0">
                    <a:solidFill>
                      <a:srgbClr val="C00000"/>
                    </a:solidFill>
                  </a:rPr>
                  <a:t>same diagonal </a:t>
                </a:r>
                <a:r>
                  <a:rPr lang="en-IN" dirty="0"/>
                  <a:t>can attack each other.</a:t>
                </a:r>
              </a:p>
              <a:p>
                <a:pPr marL="300038"/>
                <a:r>
                  <a:rPr lang="en-IN" b="1" dirty="0"/>
                  <a:t>K-Promising solution: </a:t>
                </a:r>
                <a:r>
                  <a:rPr lang="en-IN" dirty="0"/>
                  <a:t>A solution is called </a:t>
                </a:r>
                <a:r>
                  <a:rPr lang="en-IN" b="1" dirty="0"/>
                  <a:t>k-promising</a:t>
                </a:r>
                <a:r>
                  <a:rPr lang="en-IN" dirty="0"/>
                  <a:t> if it arranges the </a:t>
                </a:r>
                <a:r>
                  <a:rPr lang="en-IN" b="1" dirty="0"/>
                  <a:t>k - queens</a:t>
                </a:r>
                <a:r>
                  <a:rPr lang="en-IN" dirty="0"/>
                  <a:t> such a way that, they can not threat each other.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300038"/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1" t="-571" r="-7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78205" y="4661483"/>
          <a:ext cx="114114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0570">
                  <a:extLst>
                    <a:ext uri="{9D8B030D-6E8A-4147-A177-3AD203B41FA5}">
                      <a16:colId xmlns:a16="http://schemas.microsoft.com/office/drawing/2014/main" val="181233263"/>
                    </a:ext>
                  </a:extLst>
                </a:gridCol>
                <a:gridCol w="570570">
                  <a:extLst>
                    <a:ext uri="{9D8B030D-6E8A-4147-A177-3AD203B41FA5}">
                      <a16:colId xmlns:a16="http://schemas.microsoft.com/office/drawing/2014/main" val="2229902150"/>
                    </a:ext>
                  </a:extLst>
                </a:gridCol>
              </a:tblGrid>
              <a:tr h="30514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688838"/>
                  </a:ext>
                </a:extLst>
              </a:tr>
              <a:tr h="305146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64546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02681" y="5575884"/>
            <a:ext cx="16921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1 - Promising Solution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711784" y="4661483"/>
          <a:ext cx="114114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0570">
                  <a:extLst>
                    <a:ext uri="{9D8B030D-6E8A-4147-A177-3AD203B41FA5}">
                      <a16:colId xmlns:a16="http://schemas.microsoft.com/office/drawing/2014/main" val="181233263"/>
                    </a:ext>
                  </a:extLst>
                </a:gridCol>
                <a:gridCol w="570570">
                  <a:extLst>
                    <a:ext uri="{9D8B030D-6E8A-4147-A177-3AD203B41FA5}">
                      <a16:colId xmlns:a16="http://schemas.microsoft.com/office/drawing/2014/main" val="2229902150"/>
                    </a:ext>
                  </a:extLst>
                </a:gridCol>
              </a:tblGrid>
              <a:tr h="305146">
                <a:tc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688838"/>
                  </a:ext>
                </a:extLst>
              </a:tr>
              <a:tr h="305146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64546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36260" y="5575884"/>
            <a:ext cx="16921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0 - Promising Solution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30214" y="4661483"/>
          <a:ext cx="114114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0570">
                  <a:extLst>
                    <a:ext uri="{9D8B030D-6E8A-4147-A177-3AD203B41FA5}">
                      <a16:colId xmlns:a16="http://schemas.microsoft.com/office/drawing/2014/main" val="181233263"/>
                    </a:ext>
                  </a:extLst>
                </a:gridCol>
                <a:gridCol w="570570">
                  <a:extLst>
                    <a:ext uri="{9D8B030D-6E8A-4147-A177-3AD203B41FA5}">
                      <a16:colId xmlns:a16="http://schemas.microsoft.com/office/drawing/2014/main" val="2229902150"/>
                    </a:ext>
                  </a:extLst>
                </a:gridCol>
              </a:tblGrid>
              <a:tr h="30514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688838"/>
                  </a:ext>
                </a:extLst>
              </a:tr>
              <a:tr h="30514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64546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054690" y="5575884"/>
            <a:ext cx="16921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0 - Promising Solution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24543" y="4661483"/>
          <a:ext cx="114114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0570">
                  <a:extLst>
                    <a:ext uri="{9D8B030D-6E8A-4147-A177-3AD203B41FA5}">
                      <a16:colId xmlns:a16="http://schemas.microsoft.com/office/drawing/2014/main" val="181233263"/>
                    </a:ext>
                  </a:extLst>
                </a:gridCol>
                <a:gridCol w="570570">
                  <a:extLst>
                    <a:ext uri="{9D8B030D-6E8A-4147-A177-3AD203B41FA5}">
                      <a16:colId xmlns:a16="http://schemas.microsoft.com/office/drawing/2014/main" val="2229902150"/>
                    </a:ext>
                  </a:extLst>
                </a:gridCol>
              </a:tblGrid>
              <a:tr h="30514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688838"/>
                  </a:ext>
                </a:extLst>
              </a:tr>
              <a:tr h="305146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64546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49019" y="5575884"/>
            <a:ext cx="16921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0 - Promising Solution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B0A5FAA-939E-4166-B731-20CC87084AAF}"/>
                  </a:ext>
                </a:extLst>
              </p14:cNvPr>
              <p14:cNvContentPartPr/>
              <p14:nvPr/>
            </p14:nvContentPartPr>
            <p14:xfrm>
              <a:off x="1832400" y="4747680"/>
              <a:ext cx="1432440" cy="814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B0A5FAA-939E-4166-B731-20CC87084A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23040" y="4738320"/>
                <a:ext cx="1451160" cy="83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114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4 - queen Problem </a:t>
            </a:r>
          </a:p>
        </p:txBody>
      </p:sp>
      <p:graphicFrame>
        <p:nvGraphicFramePr>
          <p:cNvPr id="7" name="Content Placeholder 3"/>
          <p:cNvGraphicFramePr>
            <a:graphicFrameLocks noGrp="1"/>
          </p:cNvGraphicFramePr>
          <p:nvPr>
            <p:ph idx="1"/>
          </p:nvPr>
        </p:nvGraphicFramePr>
        <p:xfrm>
          <a:off x="1643427" y="939681"/>
          <a:ext cx="2875993" cy="2286000"/>
        </p:xfrm>
        <a:graphic>
          <a:graphicData uri="http://schemas.openxmlformats.org/drawingml/2006/table">
            <a:tbl>
              <a:tblPr/>
              <a:tblGrid>
                <a:gridCol w="574584">
                  <a:extLst>
                    <a:ext uri="{9D8B030D-6E8A-4147-A177-3AD203B41FA5}">
                      <a16:colId xmlns:a16="http://schemas.microsoft.com/office/drawing/2014/main" val="3901345283"/>
                    </a:ext>
                  </a:extLst>
                </a:gridCol>
                <a:gridCol w="576121">
                  <a:extLst>
                    <a:ext uri="{9D8B030D-6E8A-4147-A177-3AD203B41FA5}">
                      <a16:colId xmlns:a16="http://schemas.microsoft.com/office/drawing/2014/main" val="2125101465"/>
                    </a:ext>
                  </a:extLst>
                </a:gridCol>
                <a:gridCol w="574584">
                  <a:extLst>
                    <a:ext uri="{9D8B030D-6E8A-4147-A177-3AD203B41FA5}">
                      <a16:colId xmlns:a16="http://schemas.microsoft.com/office/drawing/2014/main" val="4134223693"/>
                    </a:ext>
                  </a:extLst>
                </a:gridCol>
                <a:gridCol w="576120">
                  <a:extLst>
                    <a:ext uri="{9D8B030D-6E8A-4147-A177-3AD203B41FA5}">
                      <a16:colId xmlns:a16="http://schemas.microsoft.com/office/drawing/2014/main" val="3296346271"/>
                    </a:ext>
                  </a:extLst>
                </a:gridCol>
                <a:gridCol w="574584">
                  <a:extLst>
                    <a:ext uri="{9D8B030D-6E8A-4147-A177-3AD203B41FA5}">
                      <a16:colId xmlns:a16="http://schemas.microsoft.com/office/drawing/2014/main" val="1144392257"/>
                    </a:ext>
                  </a:extLst>
                </a:gridCol>
              </a:tblGrid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786686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278954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085560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114434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68807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423592" y="3292009"/>
            <a:ext cx="1679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1 - Promising</a:t>
            </a:r>
          </a:p>
        </p:txBody>
      </p:sp>
      <p:graphicFrame>
        <p:nvGraphicFramePr>
          <p:cNvPr id="30" name="Content Placeholder 3"/>
          <p:cNvGraphicFramePr>
            <a:graphicFrameLocks/>
          </p:cNvGraphicFramePr>
          <p:nvPr/>
        </p:nvGraphicFramePr>
        <p:xfrm>
          <a:off x="4517412" y="972845"/>
          <a:ext cx="2875993" cy="2286000"/>
        </p:xfrm>
        <a:graphic>
          <a:graphicData uri="http://schemas.openxmlformats.org/drawingml/2006/table">
            <a:tbl>
              <a:tblPr/>
              <a:tblGrid>
                <a:gridCol w="574584">
                  <a:extLst>
                    <a:ext uri="{9D8B030D-6E8A-4147-A177-3AD203B41FA5}">
                      <a16:colId xmlns:a16="http://schemas.microsoft.com/office/drawing/2014/main" val="3901345283"/>
                    </a:ext>
                  </a:extLst>
                </a:gridCol>
                <a:gridCol w="576121">
                  <a:extLst>
                    <a:ext uri="{9D8B030D-6E8A-4147-A177-3AD203B41FA5}">
                      <a16:colId xmlns:a16="http://schemas.microsoft.com/office/drawing/2014/main" val="2125101465"/>
                    </a:ext>
                  </a:extLst>
                </a:gridCol>
                <a:gridCol w="574584">
                  <a:extLst>
                    <a:ext uri="{9D8B030D-6E8A-4147-A177-3AD203B41FA5}">
                      <a16:colId xmlns:a16="http://schemas.microsoft.com/office/drawing/2014/main" val="4134223693"/>
                    </a:ext>
                  </a:extLst>
                </a:gridCol>
                <a:gridCol w="576120">
                  <a:extLst>
                    <a:ext uri="{9D8B030D-6E8A-4147-A177-3AD203B41FA5}">
                      <a16:colId xmlns:a16="http://schemas.microsoft.com/office/drawing/2014/main" val="3296346271"/>
                    </a:ext>
                  </a:extLst>
                </a:gridCol>
                <a:gridCol w="574584">
                  <a:extLst>
                    <a:ext uri="{9D8B030D-6E8A-4147-A177-3AD203B41FA5}">
                      <a16:colId xmlns:a16="http://schemas.microsoft.com/office/drawing/2014/main" val="1144392257"/>
                    </a:ext>
                  </a:extLst>
                </a:gridCol>
              </a:tblGrid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786686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278954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085560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114434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68807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123892" y="1916832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"/>
          <p:cNvSpPr/>
          <p:nvPr/>
        </p:nvSpPr>
        <p:spPr>
          <a:xfrm>
            <a:off x="5702865" y="1916832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4"/>
          <p:cNvSpPr/>
          <p:nvPr/>
        </p:nvSpPr>
        <p:spPr>
          <a:xfrm>
            <a:off x="6281838" y="1916832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Multiply 1"/>
          <p:cNvSpPr/>
          <p:nvPr/>
        </p:nvSpPr>
        <p:spPr>
          <a:xfrm>
            <a:off x="5186899" y="1927556"/>
            <a:ext cx="378042" cy="418485"/>
          </a:xfrm>
          <a:prstGeom prst="mathMultiply">
            <a:avLst>
              <a:gd name="adj1" fmla="val 16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Multiply 2"/>
          <p:cNvSpPr/>
          <p:nvPr/>
        </p:nvSpPr>
        <p:spPr>
          <a:xfrm>
            <a:off x="5761430" y="1927555"/>
            <a:ext cx="378042" cy="418485"/>
          </a:xfrm>
          <a:prstGeom prst="mathMultiply">
            <a:avLst>
              <a:gd name="adj1" fmla="val 16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/>
          <p:cNvSpPr txBox="1"/>
          <p:nvPr/>
        </p:nvSpPr>
        <p:spPr>
          <a:xfrm>
            <a:off x="5375920" y="3313138"/>
            <a:ext cx="1679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2 - Promising</a:t>
            </a:r>
          </a:p>
        </p:txBody>
      </p:sp>
      <p:sp>
        <p:nvSpPr>
          <p:cNvPr id="37" name="Rectangle 5"/>
          <p:cNvSpPr/>
          <p:nvPr/>
        </p:nvSpPr>
        <p:spPr>
          <a:xfrm>
            <a:off x="5120795" y="2379204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6"/>
          <p:cNvSpPr/>
          <p:nvPr/>
        </p:nvSpPr>
        <p:spPr>
          <a:xfrm>
            <a:off x="5698423" y="2385305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7"/>
          <p:cNvSpPr/>
          <p:nvPr/>
        </p:nvSpPr>
        <p:spPr>
          <a:xfrm>
            <a:off x="6288466" y="2389816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8"/>
          <p:cNvSpPr/>
          <p:nvPr/>
        </p:nvSpPr>
        <p:spPr>
          <a:xfrm>
            <a:off x="6860549" y="2389816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Multiply 3"/>
          <p:cNvSpPr/>
          <p:nvPr/>
        </p:nvSpPr>
        <p:spPr>
          <a:xfrm>
            <a:off x="5183802" y="2372526"/>
            <a:ext cx="378042" cy="418485"/>
          </a:xfrm>
          <a:prstGeom prst="mathMultiply">
            <a:avLst>
              <a:gd name="adj1" fmla="val 16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Multiply 4"/>
          <p:cNvSpPr/>
          <p:nvPr/>
        </p:nvSpPr>
        <p:spPr>
          <a:xfrm>
            <a:off x="5761430" y="2384809"/>
            <a:ext cx="378042" cy="418485"/>
          </a:xfrm>
          <a:prstGeom prst="mathMultiply">
            <a:avLst>
              <a:gd name="adj1" fmla="val 16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Multiply 5"/>
          <p:cNvSpPr/>
          <p:nvPr/>
        </p:nvSpPr>
        <p:spPr>
          <a:xfrm>
            <a:off x="6351810" y="2382975"/>
            <a:ext cx="378042" cy="418485"/>
          </a:xfrm>
          <a:prstGeom prst="mathMultiply">
            <a:avLst>
              <a:gd name="adj1" fmla="val 16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Multiply 6"/>
          <p:cNvSpPr/>
          <p:nvPr/>
        </p:nvSpPr>
        <p:spPr>
          <a:xfrm>
            <a:off x="6926723" y="2367376"/>
            <a:ext cx="378042" cy="418485"/>
          </a:xfrm>
          <a:prstGeom prst="mathMultiply">
            <a:avLst>
              <a:gd name="adj1" fmla="val 16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64" name="Content Placeholder 3"/>
          <p:cNvGraphicFramePr>
            <a:graphicFrameLocks/>
          </p:cNvGraphicFramePr>
          <p:nvPr/>
        </p:nvGraphicFramePr>
        <p:xfrm>
          <a:off x="7364606" y="974459"/>
          <a:ext cx="2875993" cy="2286000"/>
        </p:xfrm>
        <a:graphic>
          <a:graphicData uri="http://schemas.openxmlformats.org/drawingml/2006/table">
            <a:tbl>
              <a:tblPr/>
              <a:tblGrid>
                <a:gridCol w="574584">
                  <a:extLst>
                    <a:ext uri="{9D8B030D-6E8A-4147-A177-3AD203B41FA5}">
                      <a16:colId xmlns:a16="http://schemas.microsoft.com/office/drawing/2014/main" val="3901345283"/>
                    </a:ext>
                  </a:extLst>
                </a:gridCol>
                <a:gridCol w="576121">
                  <a:extLst>
                    <a:ext uri="{9D8B030D-6E8A-4147-A177-3AD203B41FA5}">
                      <a16:colId xmlns:a16="http://schemas.microsoft.com/office/drawing/2014/main" val="2125101465"/>
                    </a:ext>
                  </a:extLst>
                </a:gridCol>
                <a:gridCol w="574584">
                  <a:extLst>
                    <a:ext uri="{9D8B030D-6E8A-4147-A177-3AD203B41FA5}">
                      <a16:colId xmlns:a16="http://schemas.microsoft.com/office/drawing/2014/main" val="4134223693"/>
                    </a:ext>
                  </a:extLst>
                </a:gridCol>
                <a:gridCol w="576120">
                  <a:extLst>
                    <a:ext uri="{9D8B030D-6E8A-4147-A177-3AD203B41FA5}">
                      <a16:colId xmlns:a16="http://schemas.microsoft.com/office/drawing/2014/main" val="3296346271"/>
                    </a:ext>
                  </a:extLst>
                </a:gridCol>
                <a:gridCol w="574584">
                  <a:extLst>
                    <a:ext uri="{9D8B030D-6E8A-4147-A177-3AD203B41FA5}">
                      <a16:colId xmlns:a16="http://schemas.microsoft.com/office/drawing/2014/main" val="1144392257"/>
                    </a:ext>
                  </a:extLst>
                </a:gridCol>
              </a:tblGrid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786686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278954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085560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114434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688077"/>
                  </a:ext>
                </a:extLst>
              </a:tr>
            </a:tbl>
          </a:graphicData>
        </a:graphic>
      </p:graphicFrame>
      <p:sp>
        <p:nvSpPr>
          <p:cNvPr id="68" name="Rectangle 9"/>
          <p:cNvSpPr/>
          <p:nvPr/>
        </p:nvSpPr>
        <p:spPr>
          <a:xfrm>
            <a:off x="7965487" y="1916832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Rectangle 10"/>
          <p:cNvSpPr/>
          <p:nvPr/>
        </p:nvSpPr>
        <p:spPr>
          <a:xfrm>
            <a:off x="7972758" y="2367375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ectangle 11"/>
          <p:cNvSpPr/>
          <p:nvPr/>
        </p:nvSpPr>
        <p:spPr>
          <a:xfrm>
            <a:off x="8555683" y="2388407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12"/>
          <p:cNvSpPr/>
          <p:nvPr/>
        </p:nvSpPr>
        <p:spPr>
          <a:xfrm>
            <a:off x="9126930" y="2384603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 13"/>
          <p:cNvSpPr/>
          <p:nvPr/>
        </p:nvSpPr>
        <p:spPr>
          <a:xfrm>
            <a:off x="9699004" y="2376519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Multiply 8"/>
          <p:cNvSpPr/>
          <p:nvPr/>
        </p:nvSpPr>
        <p:spPr>
          <a:xfrm>
            <a:off x="8030872" y="2393647"/>
            <a:ext cx="378042" cy="418485"/>
          </a:xfrm>
          <a:prstGeom prst="mathMultiply">
            <a:avLst>
              <a:gd name="adj1" fmla="val 16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Multiply 9"/>
          <p:cNvSpPr/>
          <p:nvPr/>
        </p:nvSpPr>
        <p:spPr>
          <a:xfrm>
            <a:off x="8618537" y="2388408"/>
            <a:ext cx="378042" cy="418485"/>
          </a:xfrm>
          <a:prstGeom prst="mathMultiply">
            <a:avLst>
              <a:gd name="adj1" fmla="val 16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Multiply 10"/>
          <p:cNvSpPr/>
          <p:nvPr/>
        </p:nvSpPr>
        <p:spPr>
          <a:xfrm>
            <a:off x="9190090" y="2384783"/>
            <a:ext cx="378042" cy="418485"/>
          </a:xfrm>
          <a:prstGeom prst="mathMultiply">
            <a:avLst>
              <a:gd name="adj1" fmla="val 16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Rectangle 13"/>
          <p:cNvSpPr/>
          <p:nvPr/>
        </p:nvSpPr>
        <p:spPr>
          <a:xfrm>
            <a:off x="7973351" y="2837257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Rectangle 14"/>
          <p:cNvSpPr/>
          <p:nvPr/>
        </p:nvSpPr>
        <p:spPr>
          <a:xfrm>
            <a:off x="8543656" y="2833158"/>
            <a:ext cx="504056" cy="396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Multiply 9"/>
          <p:cNvSpPr/>
          <p:nvPr/>
        </p:nvSpPr>
        <p:spPr>
          <a:xfrm>
            <a:off x="8037259" y="2833867"/>
            <a:ext cx="378042" cy="418485"/>
          </a:xfrm>
          <a:prstGeom prst="mathMultiply">
            <a:avLst>
              <a:gd name="adj1" fmla="val 165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TextBox 82"/>
          <p:cNvSpPr txBox="1"/>
          <p:nvPr/>
        </p:nvSpPr>
        <p:spPr>
          <a:xfrm>
            <a:off x="7883200" y="3305997"/>
            <a:ext cx="23198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4 – Promising</a:t>
            </a:r>
          </a:p>
          <a:p>
            <a:pPr algn="ctr"/>
            <a:r>
              <a:rPr lang="en-IN" sz="2200" b="1" dirty="0"/>
              <a:t>&lt;3, 1, 4, 2&gt;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71697" y="4058058"/>
            <a:ext cx="51733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Above 4-promising solution can be written as </a:t>
            </a:r>
          </a:p>
          <a:p>
            <a:r>
              <a:rPr lang="en-IN" sz="2400" b="1" dirty="0">
                <a:solidFill>
                  <a:schemeClr val="tx2"/>
                </a:solidFill>
              </a:rPr>
              <a:t>                    </a:t>
            </a:r>
            <a:r>
              <a:rPr lang="en-IN" sz="2400" b="1" dirty="0">
                <a:solidFill>
                  <a:srgbClr val="FF0000"/>
                </a:solidFill>
              </a:rPr>
              <a:t>&lt;3, 1, 4, 2&gt;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Another possible solution is </a:t>
            </a:r>
          </a:p>
          <a:p>
            <a:r>
              <a:rPr lang="en-IN" sz="2400" dirty="0"/>
              <a:t>                   </a:t>
            </a:r>
            <a:r>
              <a:rPr lang="en-IN" sz="2400" b="1" dirty="0">
                <a:solidFill>
                  <a:srgbClr val="FF0000"/>
                </a:solidFill>
              </a:rPr>
              <a:t>&lt;2, 4, 1, 3&gt;</a:t>
            </a:r>
          </a:p>
        </p:txBody>
      </p:sp>
      <p:graphicFrame>
        <p:nvGraphicFramePr>
          <p:cNvPr id="85" name="Content Placeholder 3"/>
          <p:cNvGraphicFramePr>
            <a:graphicFrameLocks/>
          </p:cNvGraphicFramePr>
          <p:nvPr/>
        </p:nvGraphicFramePr>
        <p:xfrm>
          <a:off x="1643427" y="3657572"/>
          <a:ext cx="2875993" cy="2286000"/>
        </p:xfrm>
        <a:graphic>
          <a:graphicData uri="http://schemas.openxmlformats.org/drawingml/2006/table">
            <a:tbl>
              <a:tblPr/>
              <a:tblGrid>
                <a:gridCol w="574584">
                  <a:extLst>
                    <a:ext uri="{9D8B030D-6E8A-4147-A177-3AD203B41FA5}">
                      <a16:colId xmlns:a16="http://schemas.microsoft.com/office/drawing/2014/main" val="3901345283"/>
                    </a:ext>
                  </a:extLst>
                </a:gridCol>
                <a:gridCol w="576121">
                  <a:extLst>
                    <a:ext uri="{9D8B030D-6E8A-4147-A177-3AD203B41FA5}">
                      <a16:colId xmlns:a16="http://schemas.microsoft.com/office/drawing/2014/main" val="2125101465"/>
                    </a:ext>
                  </a:extLst>
                </a:gridCol>
                <a:gridCol w="574584">
                  <a:extLst>
                    <a:ext uri="{9D8B030D-6E8A-4147-A177-3AD203B41FA5}">
                      <a16:colId xmlns:a16="http://schemas.microsoft.com/office/drawing/2014/main" val="4134223693"/>
                    </a:ext>
                  </a:extLst>
                </a:gridCol>
                <a:gridCol w="576120">
                  <a:extLst>
                    <a:ext uri="{9D8B030D-6E8A-4147-A177-3AD203B41FA5}">
                      <a16:colId xmlns:a16="http://schemas.microsoft.com/office/drawing/2014/main" val="3296346271"/>
                    </a:ext>
                  </a:extLst>
                </a:gridCol>
                <a:gridCol w="574584">
                  <a:extLst>
                    <a:ext uri="{9D8B030D-6E8A-4147-A177-3AD203B41FA5}">
                      <a16:colId xmlns:a16="http://schemas.microsoft.com/office/drawing/2014/main" val="1144392257"/>
                    </a:ext>
                  </a:extLst>
                </a:gridCol>
              </a:tblGrid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786686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278954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085560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114434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688077"/>
                  </a:ext>
                </a:extLst>
              </a:tr>
            </a:tbl>
          </a:graphicData>
        </a:graphic>
      </p:graphicFrame>
      <p:sp>
        <p:nvSpPr>
          <p:cNvPr id="86" name="TextBox 85"/>
          <p:cNvSpPr txBox="1"/>
          <p:nvPr/>
        </p:nvSpPr>
        <p:spPr>
          <a:xfrm>
            <a:off x="1721221" y="5985285"/>
            <a:ext cx="30844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200" dirty="0"/>
              <a:t>4 – Promising </a:t>
            </a:r>
            <a:r>
              <a:rPr lang="en-IN" sz="2200" b="1" dirty="0"/>
              <a:t>&lt;2, 4, 1, 3&gt;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864AD2-2C98-49B3-8F21-2F70320DFB88}"/>
              </a:ext>
            </a:extLst>
          </p:cNvPr>
          <p:cNvSpPr txBox="1"/>
          <p:nvPr/>
        </p:nvSpPr>
        <p:spPr>
          <a:xfrm>
            <a:off x="6580950" y="306900"/>
            <a:ext cx="9492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C(16,4)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7C9E8EE-981E-4798-8880-B4B29EFD4DAF}"/>
                  </a:ext>
                </a:extLst>
              </p14:cNvPr>
              <p14:cNvContentPartPr/>
              <p14:nvPr/>
            </p14:nvContentPartPr>
            <p14:xfrm>
              <a:off x="1792080" y="1505160"/>
              <a:ext cx="5457960" cy="4937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7C9E8EE-981E-4798-8880-B4B29EFD4D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82720" y="1495800"/>
                <a:ext cx="5476680" cy="495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860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  <p:bldP spid="3" grpId="1" animBg="1"/>
      <p:bldP spid="32" grpId="0" animBg="1"/>
      <p:bldP spid="32" grpId="1" animBg="1"/>
      <p:bldP spid="33" grpId="0" animBg="1"/>
      <p:bldP spid="4" grpId="0" animBg="1"/>
      <p:bldP spid="4" grpId="1" animBg="1"/>
      <p:bldP spid="35" grpId="0" animBg="1"/>
      <p:bldP spid="35" grpId="1" animBg="1"/>
      <p:bldP spid="36" grpId="0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2" grpId="0" animBg="1"/>
      <p:bldP spid="42" grpId="1" animBg="1"/>
      <p:bldP spid="43" grpId="0" animBg="1"/>
      <p:bldP spid="43" grpId="1" animBg="1"/>
      <p:bldP spid="53" grpId="0" animBg="1"/>
      <p:bldP spid="53" grpId="1" animBg="1"/>
      <p:bldP spid="61" grpId="0" animBg="1"/>
      <p:bldP spid="61" grpId="1" animBg="1"/>
      <p:bldP spid="68" grpId="0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5" grpId="0" animBg="1"/>
      <p:bldP spid="76" grpId="0" animBg="1"/>
      <p:bldP spid="76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1" grpId="0" animBg="1"/>
      <p:bldP spid="81" grpId="1" animBg="1"/>
      <p:bldP spid="83" grpId="0"/>
      <p:bldP spid="8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 - Queen Problem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833242" y="990600"/>
          <a:ext cx="4525516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758">
                  <a:extLst>
                    <a:ext uri="{9D8B030D-6E8A-4147-A177-3AD203B41FA5}">
                      <a16:colId xmlns:a16="http://schemas.microsoft.com/office/drawing/2014/main" val="3447454615"/>
                    </a:ext>
                  </a:extLst>
                </a:gridCol>
                <a:gridCol w="2262758">
                  <a:extLst>
                    <a:ext uri="{9D8B030D-6E8A-4147-A177-3AD203B41FA5}">
                      <a16:colId xmlns:a16="http://schemas.microsoft.com/office/drawing/2014/main" val="3929746018"/>
                    </a:ext>
                  </a:extLst>
                </a:gridCol>
              </a:tblGrid>
              <a:tr h="45078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rgbClr val="C00000"/>
                          </a:solidFill>
                        </a:rPr>
                        <a:t>Number</a:t>
                      </a:r>
                      <a:r>
                        <a:rPr lang="en-IN" sz="2400" baseline="0" dirty="0">
                          <a:solidFill>
                            <a:srgbClr val="C00000"/>
                          </a:solidFill>
                        </a:rPr>
                        <a:t> of Queens</a:t>
                      </a:r>
                      <a:endParaRPr lang="en-IN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solidFill>
                            <a:srgbClr val="C00000"/>
                          </a:solidFill>
                        </a:rPr>
                        <a:t>Possible Solutions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579888"/>
                  </a:ext>
                </a:extLst>
              </a:tr>
              <a:tr h="45078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491248"/>
                  </a:ext>
                </a:extLst>
              </a:tr>
              <a:tr h="45078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649960"/>
                  </a:ext>
                </a:extLst>
              </a:tr>
              <a:tr h="45078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208249"/>
                  </a:ext>
                </a:extLst>
              </a:tr>
              <a:tr h="45078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352217"/>
                  </a:ext>
                </a:extLst>
              </a:tr>
              <a:tr h="45078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750590"/>
                  </a:ext>
                </a:extLst>
              </a:tr>
              <a:tr h="45078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111852"/>
                  </a:ext>
                </a:extLst>
              </a:tr>
              <a:tr h="45078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643001"/>
                  </a:ext>
                </a:extLst>
              </a:tr>
              <a:tr h="45078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92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774889"/>
                  </a:ext>
                </a:extLst>
              </a:tr>
              <a:tr h="45078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352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152810"/>
                  </a:ext>
                </a:extLst>
              </a:tr>
              <a:tr h="450789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724</a:t>
                      </a:r>
                    </a:p>
                  </a:txBody>
                  <a:tcPr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748801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5768C80-5B34-4205-A35C-B7531CA43BEE}"/>
                  </a:ext>
                </a:extLst>
              </p14:cNvPr>
              <p14:cNvContentPartPr/>
              <p14:nvPr/>
            </p14:nvContentPartPr>
            <p14:xfrm>
              <a:off x="5037840" y="2524680"/>
              <a:ext cx="3206880" cy="1511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5768C80-5B34-4205-A35C-B7531CA43B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28480" y="2515320"/>
                <a:ext cx="3225600" cy="153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6149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 - Queen Problem 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14500" y="990600"/>
                <a:ext cx="5461620" cy="5334000"/>
              </a:xfrm>
            </p:spPr>
            <p:txBody>
              <a:bodyPr/>
              <a:lstStyle/>
              <a:p>
                <a:r>
                  <a:rPr lang="en-US" dirty="0"/>
                  <a:t>Here, queen position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(2, 3)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To identify the positions that can not be chosen, so that the queen does not attack.</a:t>
                </a:r>
              </a:p>
              <a:p>
                <a:r>
                  <a:rPr lang="en-US" dirty="0"/>
                  <a:t>The diagonal positions which are under attack are denoted as,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4500" y="990600"/>
                <a:ext cx="5461620" cy="5334000"/>
              </a:xfrm>
              <a:blipFill>
                <a:blip r:embed="rId2"/>
                <a:stretch>
                  <a:fillRect l="-1451" t="-571" r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7320137" y="1160748"/>
          <a:ext cx="2875993" cy="2286000"/>
        </p:xfrm>
        <a:graphic>
          <a:graphicData uri="http://schemas.openxmlformats.org/drawingml/2006/table">
            <a:tbl>
              <a:tblPr/>
              <a:tblGrid>
                <a:gridCol w="574584">
                  <a:extLst>
                    <a:ext uri="{9D8B030D-6E8A-4147-A177-3AD203B41FA5}">
                      <a16:colId xmlns:a16="http://schemas.microsoft.com/office/drawing/2014/main" val="3901345283"/>
                    </a:ext>
                  </a:extLst>
                </a:gridCol>
                <a:gridCol w="576121">
                  <a:extLst>
                    <a:ext uri="{9D8B030D-6E8A-4147-A177-3AD203B41FA5}">
                      <a16:colId xmlns:a16="http://schemas.microsoft.com/office/drawing/2014/main" val="2125101465"/>
                    </a:ext>
                  </a:extLst>
                </a:gridCol>
                <a:gridCol w="574584">
                  <a:extLst>
                    <a:ext uri="{9D8B030D-6E8A-4147-A177-3AD203B41FA5}">
                      <a16:colId xmlns:a16="http://schemas.microsoft.com/office/drawing/2014/main" val="4134223693"/>
                    </a:ext>
                  </a:extLst>
                </a:gridCol>
                <a:gridCol w="576120">
                  <a:extLst>
                    <a:ext uri="{9D8B030D-6E8A-4147-A177-3AD203B41FA5}">
                      <a16:colId xmlns:a16="http://schemas.microsoft.com/office/drawing/2014/main" val="3296346271"/>
                    </a:ext>
                  </a:extLst>
                </a:gridCol>
                <a:gridCol w="574584">
                  <a:extLst>
                    <a:ext uri="{9D8B030D-6E8A-4147-A177-3AD203B41FA5}">
                      <a16:colId xmlns:a16="http://schemas.microsoft.com/office/drawing/2014/main" val="1144392257"/>
                    </a:ext>
                  </a:extLst>
                </a:gridCol>
              </a:tblGrid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786686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278954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Q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085560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114434"/>
                  </a:ext>
                </a:extLst>
              </a:tr>
              <a:tr h="4267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ＭＳ Ｐゴシック" panose="020B0600070205080204" pitchFamily="34" charset="-128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defRPr sz="26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37931725" indent="-37474525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5000"/>
                        <a:buFont typeface="Verdana" panose="020B0604030504040204" pitchFamily="34" charset="0"/>
                        <a:defRPr sz="22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4pPr>
                      <a:lvl5pPr>
                        <a:spcBef>
                          <a:spcPct val="20000"/>
                        </a:spcBef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457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9144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70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ＭＳ Ｐゴシック" panose="020B0600070205080204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68807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2063552" y="3969060"/>
              <a:ext cx="4789154" cy="1706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8162">
                      <a:extLst>
                        <a:ext uri="{9D8B030D-6E8A-4147-A177-3AD203B41FA5}">
                          <a16:colId xmlns:a16="http://schemas.microsoft.com/office/drawing/2014/main" val="3324478005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:a16="http://schemas.microsoft.com/office/drawing/2014/main" val="1096266728"/>
                        </a:ext>
                      </a:extLst>
                    </a:gridCol>
                    <a:gridCol w="1152750">
                      <a:extLst>
                        <a:ext uri="{9D8B030D-6E8A-4147-A177-3AD203B41FA5}">
                          <a16:colId xmlns:a16="http://schemas.microsoft.com/office/drawing/2014/main" val="3148696663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42798746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200" dirty="0">
                              <a:solidFill>
                                <a:srgbClr val="C00000"/>
                              </a:solidFill>
                            </a:rPr>
                            <a:t>Same Row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>
                              <a:solidFill>
                                <a:srgbClr val="C00000"/>
                              </a:solidFill>
                            </a:rPr>
                            <a:t>Same Col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200" dirty="0">
                              <a:solidFill>
                                <a:srgbClr val="C00000"/>
                              </a:solidFill>
                            </a:rPr>
                            <a:t>Same Diagonal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506176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</a:rPr>
                                  <m:t>(2, 1)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</a:rPr>
                                  <m:t>(1, 3)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</a:rPr>
                                  <m:t>(1, 4)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</a:rPr>
                                  <m:t>(1, 2)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119039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</a:rPr>
                                  <m:t>(2,</m:t>
                                </m:r>
                                <m:r>
                                  <a:rPr lang="en-US" sz="2200" i="1" baseline="0" dirty="0" smtClean="0">
                                    <a:latin typeface="Cambria Math" panose="02040503050406030204" pitchFamily="18" charset="0"/>
                                  </a:rPr>
                                  <m:t> 2)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</a:rPr>
                                  <m:t>(3, 3)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</a:rPr>
                                  <m:t>(3, 2)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</a:rPr>
                                  <m:t>(3, 4)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00726404"/>
                      </a:ext>
                    </a:extLst>
                  </a:tr>
                  <a:tr h="29163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</a:rPr>
                                  <m:t>(2, 4)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</a:rPr>
                                  <m:t>(4, 3)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i="1" dirty="0" smtClean="0">
                                    <a:latin typeface="Cambria Math" panose="02040503050406030204" pitchFamily="18" charset="0"/>
                                  </a:rPr>
                                  <m:t>(4, 1)</m:t>
                                </m:r>
                              </m:oMath>
                            </m:oMathPara>
                          </a14:m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006120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2063552" y="3969060"/>
              <a:ext cx="4789154" cy="1706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58162">
                      <a:extLst>
                        <a:ext uri="{9D8B030D-6E8A-4147-A177-3AD203B41FA5}">
                          <a16:colId xmlns:a16="http://schemas.microsoft.com/office/drawing/2014/main" val="3324478005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:a16="http://schemas.microsoft.com/office/drawing/2014/main" val="1096266728"/>
                        </a:ext>
                      </a:extLst>
                    </a:gridCol>
                    <a:gridCol w="1152750">
                      <a:extLst>
                        <a:ext uri="{9D8B030D-6E8A-4147-A177-3AD203B41FA5}">
                          <a16:colId xmlns:a16="http://schemas.microsoft.com/office/drawing/2014/main" val="3148696663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427987461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r>
                            <a:rPr lang="en-US" sz="2200" dirty="0">
                              <a:solidFill>
                                <a:srgbClr val="C00000"/>
                              </a:solidFill>
                            </a:rPr>
                            <a:t>Same Row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200" dirty="0">
                              <a:solidFill>
                                <a:srgbClr val="C00000"/>
                              </a:solidFill>
                            </a:rPr>
                            <a:t>Same Col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2">
                      <a:txBody>
                        <a:bodyPr/>
                        <a:lstStyle/>
                        <a:p>
                          <a:r>
                            <a:rPr lang="en-US" sz="2200" dirty="0">
                              <a:solidFill>
                                <a:srgbClr val="C00000"/>
                              </a:solidFill>
                            </a:rPr>
                            <a:t>Same Diagonal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50617631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7" t="-107042" r="-228750" b="-2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1574" t="-107042" r="-154167" b="-2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1799" t="-107042" r="-76190" b="-214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54930" t="-107042" r="-1408" b="-214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1903963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7" t="-210000" r="-228750" b="-1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1574" t="-210000" r="-154167" b="-1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1799" t="-210000" r="-76190" b="-1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54930" t="-210000" r="-1408" b="-11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0726404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7" t="-310000" r="-228750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1574" t="-310000" r="-154167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1799" t="-310000" r="-76190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2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006120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ular Callout 7"/>
              <p:cNvSpPr/>
              <p:nvPr/>
            </p:nvSpPr>
            <p:spPr>
              <a:xfrm>
                <a:off x="5123892" y="5949280"/>
                <a:ext cx="1728814" cy="360040"/>
              </a:xfrm>
              <a:prstGeom prst="wedgeRectCallout">
                <a:avLst>
                  <a:gd name="adj1" fmla="val -26860"/>
                  <a:gd name="adj2" fmla="val -117168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𝑅𝑜𝑤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𝐶𝑜𝑙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ular Callou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3892" y="5949280"/>
                <a:ext cx="1728814" cy="360040"/>
              </a:xfrm>
              <a:prstGeom prst="wedgeRectCallout">
                <a:avLst>
                  <a:gd name="adj1" fmla="val -26860"/>
                  <a:gd name="adj2" fmla="val -117168"/>
                </a:avLst>
              </a:prstGeom>
              <a:blipFill>
                <a:blip r:embed="rId4"/>
                <a:stretch>
                  <a:fillRect l="-2456" b="-490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ular Callout 8"/>
              <p:cNvSpPr/>
              <p:nvPr/>
            </p:nvSpPr>
            <p:spPr>
              <a:xfrm>
                <a:off x="7045850" y="4539301"/>
                <a:ext cx="1732394" cy="457200"/>
              </a:xfrm>
              <a:prstGeom prst="wedgeRectCallout">
                <a:avLst>
                  <a:gd name="adj1" fmla="val -63394"/>
                  <a:gd name="adj2" fmla="val -9169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𝑅𝑜𝑤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𝐶𝑜𝑙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ular Callou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850" y="4539301"/>
                <a:ext cx="1732394" cy="457200"/>
              </a:xfrm>
              <a:prstGeom prst="wedgeRectCallout">
                <a:avLst>
                  <a:gd name="adj1" fmla="val -63394"/>
                  <a:gd name="adj2" fmla="val -9169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4971636" y="4448352"/>
            <a:ext cx="839532" cy="118872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033808" y="4418857"/>
            <a:ext cx="731520" cy="82296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094396" y="1461796"/>
            <a:ext cx="68727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7912048" y="1651820"/>
            <a:ext cx="2225011" cy="1794929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 flipV="1">
            <a:off x="8521350" y="1651820"/>
            <a:ext cx="1615708" cy="1273124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646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C064C2-2232-446E-BF5D-08D8B1049C8E}"/>
              </a:ext>
            </a:extLst>
          </p:cNvPr>
          <p:cNvSpPr txBox="1"/>
          <p:nvPr/>
        </p:nvSpPr>
        <p:spPr>
          <a:xfrm>
            <a:off x="616017" y="1016311"/>
            <a:ext cx="1107867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The algorithm is as follows -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Define a character array board of dimensions N\times N</a:t>
            </a:r>
            <a:r>
              <a:rPr lang="en-US" sz="2000" b="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0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×</a:t>
            </a:r>
            <a:r>
              <a:rPr lang="en-US" sz="2000" b="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0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 and initialize all its entries with '.', where '.' represents the empty cell.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Start the process from the topmost row.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If all queens are placed return true.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Otherwise, for each of the columns in the current row do the following -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If it is possible to place the queen in the current cell </a:t>
            </a:r>
            <a:r>
              <a:rPr lang="en-US" sz="20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i.e.</a:t>
            </a:r>
            <a:r>
              <a:rPr lang="en-US" sz="2000" b="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sz="2000" b="0" i="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r>
              <a:rPr lang="en-US" sz="2000" b="0" i="1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r>
              <a:rPr lang="en-US" sz="20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. </a:t>
            </a:r>
            <a:r>
              <a:rPr lang="en-US" sz="2000" b="0" i="1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(row, col)</a:t>
            </a:r>
            <a:r>
              <a:rPr lang="en-US" sz="20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place a queen in this cell.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Check if placing the queen in the current cell leads to a valid solution. If yes, then print the solution and terminate the program.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Otherwise, remove the queen from the current cell.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If all the columns are tried for a given row, Return false to trigger the backtracking.</a:t>
            </a:r>
          </a:p>
        </p:txBody>
      </p:sp>
    </p:spTree>
    <p:extLst>
      <p:ext uri="{BB962C8B-B14F-4D97-AF65-F5344CB8AC3E}">
        <p14:creationId xmlns:p14="http://schemas.microsoft.com/office/powerpoint/2010/main" val="2090370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Knapsack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are given a certain number of </a:t>
            </a:r>
            <a:r>
              <a:rPr lang="en-IN" b="1" dirty="0"/>
              <a:t>objects</a:t>
            </a:r>
            <a:r>
              <a:rPr lang="en-IN" dirty="0"/>
              <a:t> and a </a:t>
            </a:r>
            <a:r>
              <a:rPr lang="en-IN" b="1" dirty="0"/>
              <a:t>knapsack.</a:t>
            </a:r>
          </a:p>
          <a:p>
            <a:r>
              <a:rPr lang="en-IN" dirty="0"/>
              <a:t>Instead of supposing that we have n objects available, we shall suppose that we have </a:t>
            </a:r>
            <a:r>
              <a:rPr lang="en-IN" b="1" dirty="0"/>
              <a:t>n types of object</a:t>
            </a:r>
            <a:r>
              <a:rPr lang="en-IN" dirty="0"/>
              <a:t>, and that an adequate number of objects of each type are available.</a:t>
            </a:r>
          </a:p>
          <a:p>
            <a:r>
              <a:rPr lang="en-IN" dirty="0"/>
              <a:t>Our aim is to fill the knapsack in a way that </a:t>
            </a:r>
            <a:r>
              <a:rPr lang="en-IN" b="1" dirty="0"/>
              <a:t>maximizes the value </a:t>
            </a:r>
            <a:r>
              <a:rPr lang="en-IN" dirty="0"/>
              <a:t>of the included objects. </a:t>
            </a:r>
          </a:p>
          <a:p>
            <a:r>
              <a:rPr lang="en-IN" dirty="0"/>
              <a:t>We may take an object or leave behind, but we </a:t>
            </a:r>
            <a:r>
              <a:rPr lang="en-IN" b="1" dirty="0"/>
              <a:t>may not take fraction </a:t>
            </a:r>
            <a:r>
              <a:rPr lang="en-IN" dirty="0"/>
              <a:t>of an object.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472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24000" y="25344"/>
            <a:ext cx="8763000" cy="808037"/>
          </a:xfrm>
        </p:spPr>
        <p:txBody>
          <a:bodyPr/>
          <a:lstStyle/>
          <a:p>
            <a:pPr algn="l"/>
            <a:r>
              <a:rPr lang="en-IN" dirty="0"/>
              <a:t>Knapsack Problem – </a:t>
            </a:r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8703183" y="776486"/>
            <a:ext cx="1753208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w = (2,3,4,5)</a:t>
            </a:r>
          </a:p>
        </p:txBody>
      </p:sp>
      <p:sp>
        <p:nvSpPr>
          <p:cNvPr id="5" name="Rectangle 4"/>
          <p:cNvSpPr/>
          <p:nvPr/>
        </p:nvSpPr>
        <p:spPr>
          <a:xfrm>
            <a:off x="8704684" y="1263680"/>
            <a:ext cx="1836204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v = (3,5,6,10)</a:t>
            </a:r>
          </a:p>
        </p:txBody>
      </p:sp>
      <p:sp>
        <p:nvSpPr>
          <p:cNvPr id="6" name="Rectangle 5"/>
          <p:cNvSpPr/>
          <p:nvPr/>
        </p:nvSpPr>
        <p:spPr>
          <a:xfrm>
            <a:off x="8703183" y="1755270"/>
            <a:ext cx="936104" cy="4680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W = 8</a:t>
            </a:r>
          </a:p>
        </p:txBody>
      </p:sp>
      <p:sp>
        <p:nvSpPr>
          <p:cNvPr id="7" name="Rectangle 6"/>
          <p:cNvSpPr/>
          <p:nvPr/>
        </p:nvSpPr>
        <p:spPr>
          <a:xfrm>
            <a:off x="6311914" y="2886430"/>
            <a:ext cx="108012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; 0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45224" y="6364312"/>
            <a:ext cx="1315822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2,2,2,2; 12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645224" y="5695769"/>
            <a:ext cx="96112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2,2,2; 9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678084" y="5695769"/>
            <a:ext cx="1092897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2,2,3; 11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42720" y="5695769"/>
            <a:ext cx="1116393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2,2,4; 12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30852" y="5695769"/>
            <a:ext cx="1080389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2,3,3; 13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840100" y="4762807"/>
            <a:ext cx="768862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2,2; 6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98972" y="4762807"/>
            <a:ext cx="768862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2,3; 8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57844" y="4762807"/>
            <a:ext cx="768862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2,4; 9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20994" y="4762807"/>
            <a:ext cx="88802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2,5; 13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3306" y="4762807"/>
            <a:ext cx="89444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3,3; 10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392034" y="4762807"/>
            <a:ext cx="89215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3,4; 11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374346" y="4762807"/>
            <a:ext cx="889872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3,5; 15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363074" y="4762807"/>
            <a:ext cx="887588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4,4; 12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284828" y="3849655"/>
            <a:ext cx="67428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2 ; 3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500970" y="3849655"/>
            <a:ext cx="67428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3 ; 5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604609" y="3849655"/>
            <a:ext cx="67428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4 ; 6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708248" y="3849655"/>
            <a:ext cx="75947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1"/>
                </a:solidFill>
              </a:rPr>
              <a:t>5 ; 10</a:t>
            </a:r>
            <a:endParaRPr lang="en-IN" sz="1600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endCxn id="22" idx="0"/>
          </p:cNvCxnSpPr>
          <p:nvPr/>
        </p:nvCxnSpPr>
        <p:spPr>
          <a:xfrm flipH="1">
            <a:off x="4621970" y="3254735"/>
            <a:ext cx="1687048" cy="5949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endCxn id="23" idx="0"/>
          </p:cNvCxnSpPr>
          <p:nvPr/>
        </p:nvCxnSpPr>
        <p:spPr>
          <a:xfrm>
            <a:off x="6579292" y="3254735"/>
            <a:ext cx="1258820" cy="5949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endCxn id="24" idx="0"/>
          </p:cNvCxnSpPr>
          <p:nvPr/>
        </p:nvCxnSpPr>
        <p:spPr>
          <a:xfrm>
            <a:off x="7083349" y="3246471"/>
            <a:ext cx="1858403" cy="6031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25" idx="0"/>
          </p:cNvCxnSpPr>
          <p:nvPr/>
        </p:nvCxnSpPr>
        <p:spPr>
          <a:xfrm>
            <a:off x="7335376" y="3246471"/>
            <a:ext cx="2752610" cy="6031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14" idx="0"/>
          </p:cNvCxnSpPr>
          <p:nvPr/>
        </p:nvCxnSpPr>
        <p:spPr>
          <a:xfrm flipH="1">
            <a:off x="3224532" y="4209695"/>
            <a:ext cx="1158517" cy="553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2" idx="2"/>
            <a:endCxn id="15" idx="0"/>
          </p:cNvCxnSpPr>
          <p:nvPr/>
        </p:nvCxnSpPr>
        <p:spPr>
          <a:xfrm flipH="1">
            <a:off x="4083404" y="4209695"/>
            <a:ext cx="538567" cy="553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2" idx="2"/>
            <a:endCxn id="16" idx="0"/>
          </p:cNvCxnSpPr>
          <p:nvPr/>
        </p:nvCxnSpPr>
        <p:spPr>
          <a:xfrm>
            <a:off x="4621971" y="4209695"/>
            <a:ext cx="320305" cy="553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17" idx="0"/>
          </p:cNvCxnSpPr>
          <p:nvPr/>
        </p:nvCxnSpPr>
        <p:spPr>
          <a:xfrm>
            <a:off x="4885456" y="4209695"/>
            <a:ext cx="979550" cy="553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endCxn id="18" idx="0"/>
          </p:cNvCxnSpPr>
          <p:nvPr/>
        </p:nvCxnSpPr>
        <p:spPr>
          <a:xfrm flipH="1">
            <a:off x="6850526" y="4209695"/>
            <a:ext cx="772882" cy="553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20" idx="0"/>
          </p:cNvCxnSpPr>
          <p:nvPr/>
        </p:nvCxnSpPr>
        <p:spPr>
          <a:xfrm>
            <a:off x="8019452" y="4209695"/>
            <a:ext cx="799830" cy="553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3" idx="2"/>
            <a:endCxn id="19" idx="0"/>
          </p:cNvCxnSpPr>
          <p:nvPr/>
        </p:nvCxnSpPr>
        <p:spPr>
          <a:xfrm>
            <a:off x="7838112" y="4209695"/>
            <a:ext cx="0" cy="553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4" idx="2"/>
            <a:endCxn id="21" idx="0"/>
          </p:cNvCxnSpPr>
          <p:nvPr/>
        </p:nvCxnSpPr>
        <p:spPr>
          <a:xfrm>
            <a:off x="8941752" y="4209695"/>
            <a:ext cx="865117" cy="553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9" idx="0"/>
          </p:cNvCxnSpPr>
          <p:nvPr/>
        </p:nvCxnSpPr>
        <p:spPr>
          <a:xfrm flipH="1">
            <a:off x="2125784" y="5122847"/>
            <a:ext cx="869876" cy="5729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endCxn id="11" idx="0"/>
          </p:cNvCxnSpPr>
          <p:nvPr/>
        </p:nvCxnSpPr>
        <p:spPr>
          <a:xfrm>
            <a:off x="3446944" y="5122847"/>
            <a:ext cx="953972" cy="5729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4" idx="2"/>
            <a:endCxn id="10" idx="0"/>
          </p:cNvCxnSpPr>
          <p:nvPr/>
        </p:nvCxnSpPr>
        <p:spPr>
          <a:xfrm>
            <a:off x="3224532" y="5122847"/>
            <a:ext cx="1" cy="5729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15" idx="2"/>
            <a:endCxn id="12" idx="0"/>
          </p:cNvCxnSpPr>
          <p:nvPr/>
        </p:nvCxnSpPr>
        <p:spPr>
          <a:xfrm>
            <a:off x="4083404" y="5122847"/>
            <a:ext cx="1487643" cy="5729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9" idx="2"/>
            <a:endCxn id="8" idx="0"/>
          </p:cNvCxnSpPr>
          <p:nvPr/>
        </p:nvCxnSpPr>
        <p:spPr>
          <a:xfrm>
            <a:off x="2125785" y="6055810"/>
            <a:ext cx="177351" cy="3085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ounded Rectangular Callout 60"/>
          <p:cNvSpPr/>
          <p:nvPr/>
        </p:nvSpPr>
        <p:spPr>
          <a:xfrm>
            <a:off x="6532814" y="758743"/>
            <a:ext cx="1667774" cy="684076"/>
          </a:xfrm>
          <a:prstGeom prst="wedgeRoundRectCallout">
            <a:avLst>
              <a:gd name="adj1" fmla="val 78984"/>
              <a:gd name="adj2" fmla="val -3998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Weight of objects</a:t>
            </a:r>
          </a:p>
        </p:txBody>
      </p:sp>
      <p:sp>
        <p:nvSpPr>
          <p:cNvPr id="62" name="Rounded Rectangular Callout 61"/>
          <p:cNvSpPr/>
          <p:nvPr/>
        </p:nvSpPr>
        <p:spPr>
          <a:xfrm>
            <a:off x="6276021" y="1221641"/>
            <a:ext cx="1965207" cy="995471"/>
          </a:xfrm>
          <a:prstGeom prst="wedgeRoundRectCallout">
            <a:avLst>
              <a:gd name="adj1" fmla="val 73002"/>
              <a:gd name="adj2" fmla="val -3998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Corresponding value of each object</a:t>
            </a:r>
          </a:p>
        </p:txBody>
      </p:sp>
      <p:sp>
        <p:nvSpPr>
          <p:cNvPr id="63" name="Rounded Rectangular Callout 62"/>
          <p:cNvSpPr/>
          <p:nvPr/>
        </p:nvSpPr>
        <p:spPr>
          <a:xfrm>
            <a:off x="6544508" y="1729410"/>
            <a:ext cx="1667774" cy="684076"/>
          </a:xfrm>
          <a:prstGeom prst="wedgeRoundRectCallout">
            <a:avLst>
              <a:gd name="adj1" fmla="val 78984"/>
              <a:gd name="adj2" fmla="val -3998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</a:rPr>
              <a:t>Capacity of Knapsack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46720" y="747309"/>
            <a:ext cx="6727627" cy="160043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200" dirty="0"/>
              <a:t>Initially solution is empty.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200" dirty="0"/>
              <a:t>Left of the semicolon are weights of selected objects.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200" dirty="0"/>
              <a:t>Right of the semicolon is the current total value of load. 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66000" y="3912292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Rectangle 65"/>
          <p:cNvSpPr/>
          <p:nvPr/>
        </p:nvSpPr>
        <p:spPr>
          <a:xfrm>
            <a:off x="7893438" y="3903159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 69"/>
          <p:cNvSpPr/>
          <p:nvPr/>
        </p:nvSpPr>
        <p:spPr>
          <a:xfrm>
            <a:off x="8929281" y="4812880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 70"/>
          <p:cNvSpPr/>
          <p:nvPr/>
        </p:nvSpPr>
        <p:spPr>
          <a:xfrm>
            <a:off x="7942721" y="4820480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Rectangle 71"/>
          <p:cNvSpPr/>
          <p:nvPr/>
        </p:nvSpPr>
        <p:spPr>
          <a:xfrm>
            <a:off x="6956674" y="4820480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ectangle 72"/>
          <p:cNvSpPr/>
          <p:nvPr/>
        </p:nvSpPr>
        <p:spPr>
          <a:xfrm>
            <a:off x="5969986" y="4812535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Rectangle 73"/>
          <p:cNvSpPr/>
          <p:nvPr/>
        </p:nvSpPr>
        <p:spPr>
          <a:xfrm>
            <a:off x="5042662" y="4816981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 74"/>
          <p:cNvSpPr/>
          <p:nvPr/>
        </p:nvSpPr>
        <p:spPr>
          <a:xfrm>
            <a:off x="4193454" y="4819135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Rectangle 75"/>
          <p:cNvSpPr/>
          <p:nvPr/>
        </p:nvSpPr>
        <p:spPr>
          <a:xfrm>
            <a:off x="3324740" y="4821941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ectangle 76"/>
          <p:cNvSpPr/>
          <p:nvPr/>
        </p:nvSpPr>
        <p:spPr>
          <a:xfrm>
            <a:off x="2319018" y="5754149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 77"/>
          <p:cNvSpPr/>
          <p:nvPr/>
        </p:nvSpPr>
        <p:spPr>
          <a:xfrm>
            <a:off x="3437124" y="5743473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Rectangle 78"/>
          <p:cNvSpPr/>
          <p:nvPr/>
        </p:nvSpPr>
        <p:spPr>
          <a:xfrm>
            <a:off x="4613826" y="5747283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Rectangle 79"/>
          <p:cNvSpPr/>
          <p:nvPr/>
        </p:nvSpPr>
        <p:spPr>
          <a:xfrm>
            <a:off x="5779486" y="5762433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Rectangle 80"/>
          <p:cNvSpPr/>
          <p:nvPr/>
        </p:nvSpPr>
        <p:spPr>
          <a:xfrm>
            <a:off x="2608158" y="6418318"/>
            <a:ext cx="252028" cy="252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TextBox 81"/>
          <p:cNvSpPr txBox="1"/>
          <p:nvPr/>
        </p:nvSpPr>
        <p:spPr>
          <a:xfrm>
            <a:off x="1690843" y="2774207"/>
            <a:ext cx="2286000" cy="85129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200" dirty="0">
                <a:solidFill>
                  <a:srgbClr val="C00000"/>
                </a:solidFill>
              </a:rPr>
              <a:t>Now, apply depth first search</a:t>
            </a:r>
          </a:p>
        </p:txBody>
      </p:sp>
      <p:sp>
        <p:nvSpPr>
          <p:cNvPr id="84" name="Freeform 83"/>
          <p:cNvSpPr/>
          <p:nvPr/>
        </p:nvSpPr>
        <p:spPr>
          <a:xfrm>
            <a:off x="1828800" y="3164840"/>
            <a:ext cx="4013200" cy="3149600"/>
          </a:xfrm>
          <a:custGeom>
            <a:avLst/>
            <a:gdLst>
              <a:gd name="connsiteX0" fmla="*/ 5080 w 4013200"/>
              <a:gd name="connsiteY0" fmla="*/ 3149600 h 3149600"/>
              <a:gd name="connsiteX1" fmla="*/ 0 w 4013200"/>
              <a:gd name="connsiteY1" fmla="*/ 2407920 h 3149600"/>
              <a:gd name="connsiteX2" fmla="*/ 812800 w 4013200"/>
              <a:gd name="connsiteY2" fmla="*/ 1854200 h 3149600"/>
              <a:gd name="connsiteX3" fmla="*/ 812800 w 4013200"/>
              <a:gd name="connsiteY3" fmla="*/ 1473200 h 3149600"/>
              <a:gd name="connsiteX4" fmla="*/ 2255520 w 4013200"/>
              <a:gd name="connsiteY4" fmla="*/ 904240 h 3149600"/>
              <a:gd name="connsiteX5" fmla="*/ 2245360 w 4013200"/>
              <a:gd name="connsiteY5" fmla="*/ 553720 h 3149600"/>
              <a:gd name="connsiteX6" fmla="*/ 4013200 w 4013200"/>
              <a:gd name="connsiteY6" fmla="*/ 0 h 314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3200" h="3149600">
                <a:moveTo>
                  <a:pt x="5080" y="3149600"/>
                </a:moveTo>
                <a:cubicBezTo>
                  <a:pt x="3387" y="2902373"/>
                  <a:pt x="1693" y="2655147"/>
                  <a:pt x="0" y="2407920"/>
                </a:cubicBezTo>
                <a:lnTo>
                  <a:pt x="812800" y="1854200"/>
                </a:lnTo>
                <a:lnTo>
                  <a:pt x="812800" y="1473200"/>
                </a:lnTo>
                <a:lnTo>
                  <a:pt x="2255520" y="904240"/>
                </a:lnTo>
                <a:lnTo>
                  <a:pt x="2245360" y="553720"/>
                </a:lnTo>
                <a:lnTo>
                  <a:pt x="4013200" y="0"/>
                </a:lnTo>
              </a:path>
            </a:pathLst>
          </a:cu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TextBox 84"/>
          <p:cNvSpPr txBox="1"/>
          <p:nvPr/>
        </p:nvSpPr>
        <p:spPr>
          <a:xfrm>
            <a:off x="7140117" y="5774520"/>
            <a:ext cx="3314741" cy="91940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IN" sz="2400" dirty="0"/>
              <a:t>Store solution if optimal solution is found</a:t>
            </a:r>
          </a:p>
        </p:txBody>
      </p:sp>
      <p:sp>
        <p:nvSpPr>
          <p:cNvPr id="88" name="Freeform 87"/>
          <p:cNvSpPr/>
          <p:nvPr/>
        </p:nvSpPr>
        <p:spPr>
          <a:xfrm>
            <a:off x="2639568" y="5013960"/>
            <a:ext cx="408432" cy="624840"/>
          </a:xfrm>
          <a:custGeom>
            <a:avLst/>
            <a:gdLst>
              <a:gd name="connsiteX0" fmla="*/ 0 w 408432"/>
              <a:gd name="connsiteY0" fmla="*/ 0 h 624840"/>
              <a:gd name="connsiteX1" fmla="*/ 405384 w 408432"/>
              <a:gd name="connsiteY1" fmla="*/ 460248 h 624840"/>
              <a:gd name="connsiteX2" fmla="*/ 408432 w 408432"/>
              <a:gd name="connsiteY2" fmla="*/ 624840 h 624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8432" h="624840">
                <a:moveTo>
                  <a:pt x="0" y="0"/>
                </a:moveTo>
                <a:lnTo>
                  <a:pt x="405384" y="460248"/>
                </a:lnTo>
                <a:lnTo>
                  <a:pt x="408432" y="624840"/>
                </a:lnTo>
              </a:path>
            </a:pathLst>
          </a:cu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9" name="Freeform 88"/>
          <p:cNvSpPr/>
          <p:nvPr/>
        </p:nvSpPr>
        <p:spPr>
          <a:xfrm>
            <a:off x="2656840" y="5034280"/>
            <a:ext cx="1407160" cy="584200"/>
          </a:xfrm>
          <a:custGeom>
            <a:avLst/>
            <a:gdLst>
              <a:gd name="connsiteX0" fmla="*/ 1407160 w 1407160"/>
              <a:gd name="connsiteY0" fmla="*/ 584200 h 584200"/>
              <a:gd name="connsiteX1" fmla="*/ 802640 w 1407160"/>
              <a:gd name="connsiteY1" fmla="*/ 208280 h 584200"/>
              <a:gd name="connsiteX2" fmla="*/ 50800 w 1407160"/>
              <a:gd name="connsiteY2" fmla="*/ 208280 h 584200"/>
              <a:gd name="connsiteX3" fmla="*/ 0 w 1407160"/>
              <a:gd name="connsiteY3" fmla="*/ 0 h 58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7160" h="584200">
                <a:moveTo>
                  <a:pt x="1407160" y="584200"/>
                </a:moveTo>
                <a:lnTo>
                  <a:pt x="802640" y="208280"/>
                </a:lnTo>
                <a:lnTo>
                  <a:pt x="50800" y="208280"/>
                </a:lnTo>
                <a:lnTo>
                  <a:pt x="0" y="0"/>
                </a:lnTo>
              </a:path>
            </a:pathLst>
          </a:cu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Freeform 90"/>
          <p:cNvSpPr/>
          <p:nvPr/>
        </p:nvSpPr>
        <p:spPr>
          <a:xfrm>
            <a:off x="6883400" y="3268980"/>
            <a:ext cx="2004060" cy="1442720"/>
          </a:xfrm>
          <a:custGeom>
            <a:avLst/>
            <a:gdLst>
              <a:gd name="connsiteX0" fmla="*/ 0 w 2004060"/>
              <a:gd name="connsiteY0" fmla="*/ 0 h 1442720"/>
              <a:gd name="connsiteX1" fmla="*/ 1391920 w 2004060"/>
              <a:gd name="connsiteY1" fmla="*/ 538480 h 1442720"/>
              <a:gd name="connsiteX2" fmla="*/ 1397000 w 2004060"/>
              <a:gd name="connsiteY2" fmla="*/ 929640 h 1442720"/>
              <a:gd name="connsiteX3" fmla="*/ 2004060 w 2004060"/>
              <a:gd name="connsiteY3" fmla="*/ 1442720 h 14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4060" h="1442720">
                <a:moveTo>
                  <a:pt x="0" y="0"/>
                </a:moveTo>
                <a:lnTo>
                  <a:pt x="1391920" y="538480"/>
                </a:lnTo>
                <a:cubicBezTo>
                  <a:pt x="1393613" y="668867"/>
                  <a:pt x="1395307" y="799253"/>
                  <a:pt x="1397000" y="929640"/>
                </a:cubicBezTo>
                <a:lnTo>
                  <a:pt x="2004060" y="1442720"/>
                </a:lnTo>
              </a:path>
            </a:pathLst>
          </a:cu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8383636" y="4777634"/>
            <a:ext cx="868680" cy="369332"/>
          </a:xfrm>
          <a:prstGeom prst="rect">
            <a:avLst/>
          </a:prstGeom>
          <a:solidFill>
            <a:srgbClr val="FF0000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574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9" dur="3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8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3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8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5" grpId="0" animBg="1"/>
      <p:bldP spid="66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4" grpId="0" animBg="1"/>
      <p:bldP spid="85" grpId="0" animBg="1"/>
      <p:bldP spid="88" grpId="0" animBg="1"/>
      <p:bldP spid="89" grpId="0" animBg="1"/>
      <p:bldP spid="91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Knapsack Problem –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Consolas" panose="020B0609020204030204" pitchFamily="49" charset="0"/>
              </a:rPr>
              <a:t>function</a:t>
            </a:r>
            <a:r>
              <a:rPr lang="en-IN" dirty="0">
                <a:latin typeface="Consolas" panose="020B0609020204030204" pitchFamily="49" charset="0"/>
              </a:rPr>
              <a:t> backpack(</a:t>
            </a:r>
            <a:r>
              <a:rPr lang="en-IN" dirty="0" err="1">
                <a:latin typeface="Consolas" panose="020B0609020204030204" pitchFamily="49" charset="0"/>
              </a:rPr>
              <a:t>i</a:t>
            </a:r>
            <a:r>
              <a:rPr lang="en-IN" dirty="0">
                <a:latin typeface="Consolas" panose="020B0609020204030204" pitchFamily="49" charset="0"/>
              </a:rPr>
              <a:t>, r)</a:t>
            </a:r>
          </a:p>
          <a:p>
            <a:pPr marL="1076325" indent="-1076325">
              <a:buNone/>
            </a:pPr>
            <a:r>
              <a:rPr lang="en-IN" dirty="0">
                <a:latin typeface="Consolas" panose="020B0609020204030204" pitchFamily="49" charset="0"/>
              </a:rPr>
              <a:t>	{Calculates the value of the best load that can be constructed using items of type </a:t>
            </a:r>
            <a:r>
              <a:rPr lang="en-IN" dirty="0" err="1">
                <a:latin typeface="Consolas" panose="020B0609020204030204" pitchFamily="49" charset="0"/>
              </a:rPr>
              <a:t>i</a:t>
            </a:r>
            <a:r>
              <a:rPr lang="en-IN" dirty="0">
                <a:latin typeface="Consolas" panose="020B0609020204030204" pitchFamily="49" charset="0"/>
              </a:rPr>
              <a:t> to n and whose total weight does not exceed r}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b </a:t>
            </a:r>
            <a:r>
              <a:rPr lang="en-IN" dirty="0">
                <a:latin typeface="Consolas" panose="020B0609020204030204" pitchFamily="49" charset="0"/>
                <a:sym typeface="Wingdings" panose="05000000000000000000" pitchFamily="2" charset="2"/>
              </a:rPr>
              <a:t> 0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  <a:sym typeface="Wingdings" panose="05000000000000000000" pitchFamily="2" charset="2"/>
              </a:rPr>
              <a:t>	{Try each allowed kind of item in turn}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  <a:sym typeface="Wingdings" panose="05000000000000000000" pitchFamily="2" charset="2"/>
              </a:rPr>
              <a:t>	</a:t>
            </a:r>
            <a:r>
              <a:rPr lang="en-IN" b="1" dirty="0">
                <a:latin typeface="Consolas" panose="020B0609020204030204" pitchFamily="49" charset="0"/>
                <a:sym typeface="Wingdings" panose="05000000000000000000" pitchFamily="2" charset="2"/>
              </a:rPr>
              <a:t>for</a:t>
            </a:r>
            <a:r>
              <a:rPr lang="en-IN" dirty="0">
                <a:latin typeface="Consolas" panose="020B0609020204030204" pitchFamily="49" charset="0"/>
                <a:sym typeface="Wingdings" panose="05000000000000000000" pitchFamily="2" charset="2"/>
              </a:rPr>
              <a:t> k  </a:t>
            </a:r>
            <a:r>
              <a:rPr lang="en-IN" dirty="0" err="1">
                <a:latin typeface="Consolas" panose="020B0609020204030204" pitchFamily="49" charset="0"/>
                <a:sym typeface="Wingdings" panose="05000000000000000000" pitchFamily="2" charset="2"/>
              </a:rPr>
              <a:t>i</a:t>
            </a:r>
            <a:r>
              <a:rPr lang="en-IN" dirty="0">
                <a:latin typeface="Consolas" panose="020B0609020204030204" pitchFamily="49" charset="0"/>
                <a:sym typeface="Wingdings" panose="05000000000000000000" pitchFamily="2" charset="2"/>
              </a:rPr>
              <a:t> to n </a:t>
            </a:r>
            <a:r>
              <a:rPr lang="en-IN" b="1" dirty="0">
                <a:latin typeface="Consolas" panose="020B0609020204030204" pitchFamily="49" charset="0"/>
                <a:sym typeface="Wingdings" panose="05000000000000000000" pitchFamily="2" charset="2"/>
              </a:rPr>
              <a:t>do</a:t>
            </a:r>
          </a:p>
          <a:p>
            <a:pPr marL="0" indent="0">
              <a:buNone/>
            </a:pPr>
            <a:r>
              <a:rPr lang="en-IN" b="1" dirty="0">
                <a:latin typeface="Consolas" panose="020B0609020204030204" pitchFamily="49" charset="0"/>
                <a:sym typeface="Wingdings" panose="05000000000000000000" pitchFamily="2" charset="2"/>
              </a:rPr>
              <a:t>		if</a:t>
            </a:r>
            <a:r>
              <a:rPr lang="en-IN" dirty="0">
                <a:latin typeface="Consolas" panose="020B0609020204030204" pitchFamily="49" charset="0"/>
                <a:sym typeface="Wingdings" panose="05000000000000000000" pitchFamily="2" charset="2"/>
              </a:rPr>
              <a:t> w[k] ≤ r </a:t>
            </a:r>
            <a:r>
              <a:rPr lang="en-IN" b="1" dirty="0">
                <a:latin typeface="Consolas" panose="020B0609020204030204" pitchFamily="49" charset="0"/>
                <a:sym typeface="Wingdings" panose="05000000000000000000" pitchFamily="2" charset="2"/>
              </a:rPr>
              <a:t>then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  <a:sym typeface="Wingdings" panose="05000000000000000000" pitchFamily="2" charset="2"/>
              </a:rPr>
              <a:t>	b  max(b, v[k] + backpack (k, r – w[k]))</a:t>
            </a:r>
          </a:p>
          <a:p>
            <a:pPr marL="0" indent="0">
              <a:buNone/>
            </a:pPr>
            <a:r>
              <a:rPr lang="en-IN" b="1" dirty="0">
                <a:latin typeface="Consolas" panose="020B0609020204030204" pitchFamily="49" charset="0"/>
                <a:sym typeface="Wingdings" panose="05000000000000000000" pitchFamily="2" charset="2"/>
              </a:rPr>
              <a:t>	return</a:t>
            </a:r>
            <a:r>
              <a:rPr lang="en-IN" dirty="0">
                <a:latin typeface="Consolas" panose="020B0609020204030204" pitchFamily="49" charset="0"/>
                <a:sym typeface="Wingdings" panose="05000000000000000000" pitchFamily="2" charset="2"/>
              </a:rPr>
              <a:t> b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7573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Travelling Salesman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a set of cities and distance between every pair of vertices the problem is to find the shortest possible route that visits every city once and returns to the starting city.</a:t>
            </a:r>
          </a:p>
          <a:p>
            <a:endParaRPr lang="en-IN" dirty="0"/>
          </a:p>
        </p:txBody>
      </p:sp>
      <p:sp>
        <p:nvSpPr>
          <p:cNvPr id="4" name="Oval 3"/>
          <p:cNvSpPr/>
          <p:nvPr/>
        </p:nvSpPr>
        <p:spPr>
          <a:xfrm>
            <a:off x="7137200" y="2600908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</a:t>
            </a:r>
            <a:endParaRPr lang="en-IN" b="1" dirty="0"/>
          </a:p>
        </p:txBody>
      </p:sp>
      <p:sp>
        <p:nvSpPr>
          <p:cNvPr id="5" name="Oval 4"/>
          <p:cNvSpPr/>
          <p:nvPr/>
        </p:nvSpPr>
        <p:spPr>
          <a:xfrm>
            <a:off x="5483932" y="4941168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  <a:endParaRPr lang="en-IN" b="1" dirty="0"/>
          </a:p>
        </p:txBody>
      </p:sp>
      <p:sp>
        <p:nvSpPr>
          <p:cNvPr id="6" name="Oval 5"/>
          <p:cNvSpPr/>
          <p:nvPr/>
        </p:nvSpPr>
        <p:spPr>
          <a:xfrm>
            <a:off x="8796300" y="4941168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C</a:t>
            </a:r>
            <a:endParaRPr lang="en-IN" b="1" dirty="0"/>
          </a:p>
        </p:txBody>
      </p:sp>
      <p:sp>
        <p:nvSpPr>
          <p:cNvPr id="7" name="Oval 6"/>
          <p:cNvSpPr/>
          <p:nvPr/>
        </p:nvSpPr>
        <p:spPr>
          <a:xfrm>
            <a:off x="7140116" y="3906038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D</a:t>
            </a:r>
            <a:endParaRPr lang="en-IN" b="1" dirty="0"/>
          </a:p>
        </p:txBody>
      </p:sp>
      <p:cxnSp>
        <p:nvCxnSpPr>
          <p:cNvPr id="9" name="Straight Connector 8"/>
          <p:cNvCxnSpPr>
            <a:stCxn id="4" idx="2"/>
            <a:endCxn id="5" idx="0"/>
          </p:cNvCxnSpPr>
          <p:nvPr/>
        </p:nvCxnSpPr>
        <p:spPr>
          <a:xfrm flipH="1">
            <a:off x="5753932" y="2870908"/>
            <a:ext cx="1383268" cy="2070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5" idx="6"/>
            <a:endCxn id="6" idx="2"/>
          </p:cNvCxnSpPr>
          <p:nvPr/>
        </p:nvCxnSpPr>
        <p:spPr>
          <a:xfrm>
            <a:off x="6023932" y="5211168"/>
            <a:ext cx="27723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5" idx="7"/>
            <a:endCxn id="7" idx="3"/>
          </p:cNvCxnSpPr>
          <p:nvPr/>
        </p:nvCxnSpPr>
        <p:spPr>
          <a:xfrm flipV="1">
            <a:off x="5944851" y="4366957"/>
            <a:ext cx="1274346" cy="6532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6" idx="1"/>
            <a:endCxn id="7" idx="5"/>
          </p:cNvCxnSpPr>
          <p:nvPr/>
        </p:nvCxnSpPr>
        <p:spPr>
          <a:xfrm flipH="1" flipV="1">
            <a:off x="7601035" y="4366957"/>
            <a:ext cx="1274346" cy="6532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6" idx="0"/>
            <a:endCxn id="4" idx="6"/>
          </p:cNvCxnSpPr>
          <p:nvPr/>
        </p:nvCxnSpPr>
        <p:spPr>
          <a:xfrm flipH="1" flipV="1">
            <a:off x="7677200" y="2870908"/>
            <a:ext cx="1389100" cy="2070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7" idx="0"/>
            <a:endCxn id="4" idx="4"/>
          </p:cNvCxnSpPr>
          <p:nvPr/>
        </p:nvCxnSpPr>
        <p:spPr>
          <a:xfrm flipH="1" flipV="1">
            <a:off x="7407200" y="3140908"/>
            <a:ext cx="2916" cy="7651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85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9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5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DBF65-FD26-452A-92B4-B4074B133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72ABD-F0BD-42C9-8A98-823962809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Travelling Salesman Problem states-</a:t>
            </a:r>
          </a:p>
          <a:p>
            <a:pPr lvl="1"/>
            <a:r>
              <a:rPr lang="en-US" dirty="0"/>
              <a:t>    A salesman has to visit every city exactly once.</a:t>
            </a:r>
          </a:p>
          <a:p>
            <a:pPr lvl="1"/>
            <a:r>
              <a:rPr lang="en-US" dirty="0"/>
              <a:t>    He has to come back to the city from where he starts his journey.</a:t>
            </a:r>
          </a:p>
          <a:p>
            <a:pPr lvl="1"/>
            <a:r>
              <a:rPr lang="en-US" dirty="0"/>
              <a:t>    What is the shortest possible route that the salesman must follow to complete his tour?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51818216-8260-4E76-A58D-4F8A86A60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536" y="3054461"/>
            <a:ext cx="3986722" cy="35038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15BEA5-C3AD-46DC-B1A4-7A5562D4629B}"/>
              </a:ext>
            </a:extLst>
          </p:cNvPr>
          <p:cNvSpPr txBox="1"/>
          <p:nvPr/>
        </p:nvSpPr>
        <p:spPr>
          <a:xfrm>
            <a:off x="254000" y="4160059"/>
            <a:ext cx="6857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following graph shows a set of cities and distance between every pair of cities-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517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E0BDF-9E7D-4853-A25A-A6C2BFFC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885E1-3D0F-40C4-A285-73ACE95CD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If salesman starting city is A, then a TSP tour in the graph is-</a:t>
            </a:r>
          </a:p>
          <a:p>
            <a:pPr fontAlgn="base"/>
            <a:r>
              <a:rPr lang="en-US" b="1" dirty="0"/>
              <a:t>A → B → D → C → A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fontAlgn="base"/>
            <a:r>
              <a:rPr lang="en-US" dirty="0"/>
              <a:t>Cost of the tour</a:t>
            </a:r>
          </a:p>
          <a:p>
            <a:pPr fontAlgn="base"/>
            <a:r>
              <a:rPr lang="en-US" dirty="0"/>
              <a:t>= 10 + 25 + 30 + 15</a:t>
            </a:r>
          </a:p>
          <a:p>
            <a:pPr fontAlgn="base"/>
            <a:r>
              <a:rPr lang="en-US" dirty="0"/>
              <a:t>= </a:t>
            </a:r>
            <a:r>
              <a:rPr lang="en-US" b="1" dirty="0"/>
              <a:t>80 units</a:t>
            </a:r>
            <a:endParaRPr lang="en-US" dirty="0"/>
          </a:p>
          <a:p>
            <a:endParaRPr lang="en-IN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AAFA6711-DAD7-4454-A050-E7CD248CF5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80263"/>
            <a:ext cx="3986722" cy="350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007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AD87F-3813-4A81-BA43-45FB2C021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05D45-7ACF-47FE-B884-2A9520050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Solve Travelling Salesman Problem using Branch and Bound Algorithm in the following graph-</a:t>
            </a:r>
            <a:endParaRPr lang="en-IN" dirty="0"/>
          </a:p>
        </p:txBody>
      </p:sp>
      <p:pic>
        <p:nvPicPr>
          <p:cNvPr id="5" name="Picture 4" descr="A picture containing text, sky&#10;&#10;Description automatically generated">
            <a:extLst>
              <a:ext uri="{FF2B5EF4-FFF2-40B4-BE49-F238E27FC236}">
                <a16:creationId xmlns:a16="http://schemas.microsoft.com/office/drawing/2014/main" id="{6898E528-9AE4-4281-9D4E-99B8DF84A6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713" y="1879430"/>
            <a:ext cx="5084248" cy="35563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01E63C-6A50-43CF-998D-228794482ABC}"/>
              </a:ext>
            </a:extLst>
          </p:cNvPr>
          <p:cNvSpPr txBox="1"/>
          <p:nvPr/>
        </p:nvSpPr>
        <p:spPr>
          <a:xfrm>
            <a:off x="216193" y="2130615"/>
            <a:ext cx="6094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effectLst/>
              </a:rPr>
              <a:t>Step-01:</a:t>
            </a:r>
            <a:endParaRPr lang="en-US" b="1" dirty="0"/>
          </a:p>
          <a:p>
            <a:r>
              <a:rPr lang="en-US" dirty="0"/>
              <a:t> </a:t>
            </a:r>
          </a:p>
          <a:p>
            <a:r>
              <a:rPr lang="en-US" dirty="0"/>
              <a:t>Write the initial cost matrix and reduce it-</a:t>
            </a:r>
          </a:p>
        </p:txBody>
      </p:sp>
      <p:pic>
        <p:nvPicPr>
          <p:cNvPr id="9" name="Picture 8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7F5C1AA0-26B4-49C3-907C-C1AEE61140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17" y="3446753"/>
            <a:ext cx="3595965" cy="302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373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328ABF-F009-404F-B074-9429F372E4FF}"/>
              </a:ext>
            </a:extLst>
          </p:cNvPr>
          <p:cNvSpPr txBox="1"/>
          <p:nvPr/>
        </p:nvSpPr>
        <p:spPr>
          <a:xfrm>
            <a:off x="289510" y="0"/>
            <a:ext cx="939602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Rules</a:t>
            </a:r>
            <a:endParaRPr lang="en-US" dirty="0"/>
          </a:p>
          <a:p>
            <a:r>
              <a:rPr lang="en-US" dirty="0"/>
              <a:t>    To reduce a matrix, perform the row reduction and column reduction of the matrix separately.</a:t>
            </a:r>
          </a:p>
          <a:p>
            <a:r>
              <a:rPr lang="en-US" dirty="0"/>
              <a:t>    A row or a column is said to be reduced if it contains at least one entry ‘0’ in it.</a:t>
            </a:r>
          </a:p>
        </p:txBody>
      </p:sp>
      <p:pic>
        <p:nvPicPr>
          <p:cNvPr id="6" name="Picture 5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BE33BC94-D701-40A9-8CF7-D191B95A19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024" y="872299"/>
            <a:ext cx="2978909" cy="25079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568DD9-8E12-4C71-9CC0-6518EBFB19F5}"/>
              </a:ext>
            </a:extLst>
          </p:cNvPr>
          <p:cNvSpPr txBox="1"/>
          <p:nvPr/>
        </p:nvSpPr>
        <p:spPr>
          <a:xfrm>
            <a:off x="620808" y="1553161"/>
            <a:ext cx="5265087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effectLst/>
              </a:rPr>
              <a:t>Row Reduction-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sz="1400" dirty="0"/>
              <a:t> </a:t>
            </a:r>
          </a:p>
          <a:p>
            <a:r>
              <a:rPr lang="en-US" sz="1400" dirty="0"/>
              <a:t>Consider the rows of above matrix one by one.</a:t>
            </a:r>
          </a:p>
          <a:p>
            <a:r>
              <a:rPr lang="en-US" sz="1400" dirty="0"/>
              <a:t> </a:t>
            </a:r>
          </a:p>
          <a:p>
            <a:r>
              <a:rPr lang="en-US" sz="1400" dirty="0"/>
              <a:t>If the row already contains an entry ‘0’, then-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There is no need to reduce that row.</a:t>
            </a:r>
          </a:p>
          <a:p>
            <a:r>
              <a:rPr lang="en-US" sz="1400" dirty="0"/>
              <a:t> </a:t>
            </a:r>
          </a:p>
          <a:p>
            <a:r>
              <a:rPr lang="en-US" sz="1400" dirty="0"/>
              <a:t>If the row does not contains an entry ‘0’, then-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Reduce that particular row.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Select the least value element from that row.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Subtract that element from each element of that row.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This will create an entry ‘0’ in that row, thus reducing that row.</a:t>
            </a:r>
          </a:p>
          <a:p>
            <a:r>
              <a:rPr lang="en-US" sz="1400" dirty="0"/>
              <a:t> </a:t>
            </a:r>
          </a:p>
          <a:p>
            <a:r>
              <a:rPr lang="en-US" sz="1400" dirty="0"/>
              <a:t>Following this, we have-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Reduce the elements of row-1 by 4.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Reduce the elements of row-2 by 5.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Reduce the elements of row-3 by 6.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Reduce the elements of row-4 by 2.</a:t>
            </a:r>
          </a:p>
          <a:p>
            <a:r>
              <a:rPr lang="en-US" sz="1400" dirty="0"/>
              <a:t> </a:t>
            </a:r>
          </a:p>
          <a:p>
            <a:r>
              <a:rPr lang="en-US" sz="1400" dirty="0"/>
              <a:t>Performing this, we obtain the following row-reduced matrix-</a:t>
            </a:r>
          </a:p>
        </p:txBody>
      </p:sp>
      <p:pic>
        <p:nvPicPr>
          <p:cNvPr id="9" name="Picture 8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101D89D0-3217-48A9-918A-C45906E79B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024" y="3915052"/>
            <a:ext cx="2978909" cy="250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383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19F6A-881D-4A3C-89F0-552C2018B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D083FA-3D86-4B8F-B89E-9FAD15C7BFC9}"/>
              </a:ext>
            </a:extLst>
          </p:cNvPr>
          <p:cNvSpPr txBox="1"/>
          <p:nvPr/>
        </p:nvSpPr>
        <p:spPr>
          <a:xfrm>
            <a:off x="273662" y="665827"/>
            <a:ext cx="574089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effectLst/>
              </a:rPr>
              <a:t>Column Reduction-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sz="1400" dirty="0"/>
              <a:t>Consider the columns of above row-reduced matrix one by one.</a:t>
            </a:r>
          </a:p>
          <a:p>
            <a:r>
              <a:rPr lang="en-US" sz="1400" dirty="0"/>
              <a:t> </a:t>
            </a:r>
          </a:p>
          <a:p>
            <a:r>
              <a:rPr lang="en-US" sz="1400" dirty="0"/>
              <a:t>If the column already contains an entry ‘0’, then-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There is no need to reduce that column.</a:t>
            </a:r>
          </a:p>
          <a:p>
            <a:r>
              <a:rPr lang="en-US" sz="1400" dirty="0"/>
              <a:t> </a:t>
            </a:r>
          </a:p>
          <a:p>
            <a:r>
              <a:rPr lang="en-US" sz="1400" dirty="0"/>
              <a:t>If the column does not contains an entry ‘0’, then-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Reduce that particular column.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Select the least value element from that column.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Subtract that element from each element of that column.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This will create an entry ‘0’ in that column, thus reducing that column.</a:t>
            </a:r>
          </a:p>
          <a:p>
            <a:r>
              <a:rPr lang="en-US" sz="1400" dirty="0"/>
              <a:t> </a:t>
            </a:r>
          </a:p>
          <a:p>
            <a:r>
              <a:rPr lang="en-US" sz="1400" dirty="0"/>
              <a:t>Following this, we have-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There is no need to reduce column-1.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There is no need to reduce column-2.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Reduce the elements of column-3 by 1.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There is no need to reduce column-4.</a:t>
            </a:r>
          </a:p>
          <a:p>
            <a:r>
              <a:rPr lang="en-US" sz="1400" dirty="0"/>
              <a:t> </a:t>
            </a:r>
          </a:p>
          <a:p>
            <a:r>
              <a:rPr lang="en-US" sz="1400" dirty="0"/>
              <a:t>Performing this, we obtain the following column-reduced matrix-</a:t>
            </a:r>
          </a:p>
        </p:txBody>
      </p:sp>
      <p:pic>
        <p:nvPicPr>
          <p:cNvPr id="7" name="Picture 6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CBCDEEB1-EC77-44EB-8280-5B6B50167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619" y="3826276"/>
            <a:ext cx="2978909" cy="2507935"/>
          </a:xfrm>
          <a:prstGeom prst="rect">
            <a:avLst/>
          </a:prstGeom>
        </p:spPr>
      </p:pic>
      <p:pic>
        <p:nvPicPr>
          <p:cNvPr id="9" name="Picture 8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0AE8ED06-B029-40B0-9E9C-78E32AA13A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187" y="1047564"/>
            <a:ext cx="2978909" cy="25079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DBC893-077F-4DEA-8200-86F6F14383C2}"/>
              </a:ext>
            </a:extLst>
          </p:cNvPr>
          <p:cNvSpPr txBox="1"/>
          <p:nvPr/>
        </p:nvSpPr>
        <p:spPr>
          <a:xfrm>
            <a:off x="273662" y="5257562"/>
            <a:ext cx="582233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Finally, the initial distance matrix is completely reduced.</a:t>
            </a:r>
          </a:p>
          <a:p>
            <a:r>
              <a:rPr lang="en-US" sz="1400" dirty="0"/>
              <a:t>Now, we calculate the cost of node-1 by adding all the reduction elements.</a:t>
            </a:r>
          </a:p>
          <a:p>
            <a:r>
              <a:rPr lang="en-US" sz="1400" dirty="0"/>
              <a:t> </a:t>
            </a:r>
          </a:p>
          <a:p>
            <a:r>
              <a:rPr lang="en-US" sz="1400" dirty="0"/>
              <a:t>Cost(1)</a:t>
            </a:r>
          </a:p>
          <a:p>
            <a:r>
              <a:rPr lang="en-US" sz="1400" dirty="0"/>
              <a:t>= Sum of all reduction elements</a:t>
            </a:r>
          </a:p>
          <a:p>
            <a:r>
              <a:rPr lang="en-US" sz="1400" dirty="0"/>
              <a:t>= 4 + 5 + 6 + 2 + 1</a:t>
            </a:r>
          </a:p>
          <a:p>
            <a:r>
              <a:rPr lang="en-US" sz="1400" dirty="0"/>
              <a:t>= </a:t>
            </a:r>
            <a:r>
              <a:rPr lang="en-US" sz="1400" b="1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762910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BDDDB-4692-43C9-9107-8CE8EC909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235315"/>
            <a:ext cx="11684000" cy="808037"/>
          </a:xfrm>
        </p:spPr>
        <p:txBody>
          <a:bodyPr>
            <a:noAutofit/>
          </a:bodyPr>
          <a:lstStyle/>
          <a:p>
            <a:br>
              <a:rPr lang="en-US" sz="1600" b="1" dirty="0"/>
            </a:br>
            <a:r>
              <a:rPr lang="en-US" sz="1600" b="1" u="sng" dirty="0">
                <a:solidFill>
                  <a:srgbClr val="C00000"/>
                </a:solidFill>
              </a:rPr>
              <a:t>Step-02:</a:t>
            </a:r>
            <a:br>
              <a:rPr lang="en-US" sz="1600" dirty="0"/>
            </a:br>
            <a:r>
              <a:rPr lang="en-US" sz="1600" dirty="0"/>
              <a:t>We consider all other vertices one by one.</a:t>
            </a:r>
            <a:br>
              <a:rPr lang="en-US" sz="1600" dirty="0"/>
            </a:br>
            <a:r>
              <a:rPr lang="en-US" sz="1600" dirty="0"/>
              <a:t>We select the best vertex where we can land upon to minimize the tour cost.</a:t>
            </a:r>
            <a:br>
              <a:rPr lang="en-US" sz="1600" dirty="0"/>
            </a:b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86AED8-DA89-48B9-944B-CAE9C3E41536}"/>
              </a:ext>
            </a:extLst>
          </p:cNvPr>
          <p:cNvSpPr txBox="1"/>
          <p:nvPr/>
        </p:nvSpPr>
        <p:spPr>
          <a:xfrm>
            <a:off x="254000" y="1047461"/>
            <a:ext cx="609452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 </a:t>
            </a:r>
          </a:p>
          <a:p>
            <a:r>
              <a:rPr lang="en-US" sz="1600" b="1" u="sng" dirty="0">
                <a:effectLst/>
              </a:rPr>
              <a:t>Choosing To Go To Vertex-B: Node-2 (Path A → B)</a:t>
            </a:r>
            <a:endParaRPr lang="en-US" sz="1600" b="1" dirty="0"/>
          </a:p>
          <a:p>
            <a:r>
              <a:rPr lang="en-US" sz="1600" dirty="0"/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From the reduced matrix of step-01, M[A,B] 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Set row-A and column-B to </a:t>
            </a:r>
            <a:r>
              <a:rPr lang="en-US" sz="1100" dirty="0">
                <a:effectLst/>
              </a:rPr>
              <a:t>∞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Set M[B,A] = </a:t>
            </a:r>
            <a:r>
              <a:rPr lang="en-US" sz="1100" dirty="0">
                <a:effectLst/>
              </a:rPr>
              <a:t>∞</a:t>
            </a:r>
            <a:endParaRPr lang="en-US" sz="1600" dirty="0"/>
          </a:p>
          <a:p>
            <a:r>
              <a:rPr lang="en-US" sz="1600" dirty="0"/>
              <a:t> </a:t>
            </a:r>
          </a:p>
          <a:p>
            <a:r>
              <a:rPr lang="en-US" sz="1600" dirty="0"/>
              <a:t>Now, resulting cost matrix is-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We reduce this matrix.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Then, we find out the cost of node-02.</a:t>
            </a:r>
          </a:p>
          <a:p>
            <a:endParaRPr lang="en-US" dirty="0"/>
          </a:p>
        </p:txBody>
      </p:sp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ADBD73E-EECE-4654-93FA-50429FFBFC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4187" y="905524"/>
            <a:ext cx="2409826" cy="2028826"/>
          </a:xfrm>
          <a:prstGeom prst="rect">
            <a:avLst/>
          </a:prstGeom>
        </p:spPr>
      </p:pic>
      <p:pic>
        <p:nvPicPr>
          <p:cNvPr id="9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9D60560-6448-4A7E-A483-2ABA5CF918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607" y="2595396"/>
            <a:ext cx="2409825" cy="2028825"/>
          </a:xfrm>
          <a:prstGeom prst="rect">
            <a:avLst/>
          </a:prstGeom>
        </p:spPr>
      </p:pic>
      <p:pic>
        <p:nvPicPr>
          <p:cNvPr id="13" name="Picture 1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558C98B-CF8C-4120-B411-6661515769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606" y="4796126"/>
            <a:ext cx="2409825" cy="20288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85CCCB0-51B4-46B0-BEDF-450F11261823}"/>
              </a:ext>
            </a:extLst>
          </p:cNvPr>
          <p:cNvSpPr txBox="1"/>
          <p:nvPr/>
        </p:nvSpPr>
        <p:spPr>
          <a:xfrm>
            <a:off x="254000" y="3896494"/>
            <a:ext cx="60945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Cost(2)</a:t>
            </a:r>
          </a:p>
          <a:p>
            <a:r>
              <a:rPr lang="en-US" sz="1600" dirty="0"/>
              <a:t>= Cost(1) + Sum of reduction elements + M[A,B]</a:t>
            </a:r>
          </a:p>
          <a:p>
            <a:r>
              <a:rPr lang="en-US" sz="1600" dirty="0"/>
              <a:t>= 18 + (13 + 5) + 0</a:t>
            </a:r>
          </a:p>
          <a:p>
            <a:r>
              <a:rPr lang="en-US" sz="1600" dirty="0"/>
              <a:t>= 36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8168BF-278A-4224-87BC-EC4B123522A7}"/>
              </a:ext>
            </a:extLst>
          </p:cNvPr>
          <p:cNvSpPr txBox="1"/>
          <p:nvPr/>
        </p:nvSpPr>
        <p:spPr>
          <a:xfrm>
            <a:off x="8791113" y="3792763"/>
            <a:ext cx="3229252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u="sng" dirty="0">
                <a:effectLst/>
              </a:rPr>
              <a:t>Column Reduction-</a:t>
            </a:r>
            <a:endParaRPr lang="en-US" sz="1100" b="1" dirty="0"/>
          </a:p>
          <a:p>
            <a:r>
              <a:rPr lang="en-US" sz="1100" dirty="0"/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Reduce the elements of column-1 by 5.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We can not reduce column-2 as all its elements are </a:t>
            </a:r>
            <a:r>
              <a:rPr lang="en-US" sz="1100" dirty="0">
                <a:effectLst/>
              </a:rPr>
              <a:t>∞.</a:t>
            </a: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There is no need to reduce column-3.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There is no need to reduce column-4.</a:t>
            </a:r>
          </a:p>
          <a:p>
            <a:r>
              <a:rPr lang="en-US" sz="1100" b="1" u="sng" dirty="0">
                <a:effectLst/>
              </a:rPr>
              <a:t>Row Reduction-</a:t>
            </a:r>
            <a:endParaRPr lang="en-US" sz="1100" b="1" dirty="0"/>
          </a:p>
          <a:p>
            <a:r>
              <a:rPr lang="en-US" sz="1100" dirty="0"/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We can not reduce row-1 as all its elements are </a:t>
            </a:r>
            <a:r>
              <a:rPr lang="en-US" sz="900" dirty="0">
                <a:effectLst/>
              </a:rPr>
              <a:t>∞.</a:t>
            </a: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Reduce all the elements of row-2 by 13.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There is no need to reduce row-3.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There is no need to reduce row-4.</a:t>
            </a:r>
          </a:p>
        </p:txBody>
      </p:sp>
    </p:spTree>
    <p:extLst>
      <p:ext uri="{BB962C8B-B14F-4D97-AF65-F5344CB8AC3E}">
        <p14:creationId xmlns:p14="http://schemas.microsoft.com/office/powerpoint/2010/main" val="2392578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97DA3-B44C-4782-B288-1B1E162C6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80E0A2-94EF-4A80-A9DA-81FEE21C2BA6}"/>
              </a:ext>
            </a:extLst>
          </p:cNvPr>
          <p:cNvSpPr txBox="1"/>
          <p:nvPr/>
        </p:nvSpPr>
        <p:spPr>
          <a:xfrm>
            <a:off x="254000" y="1061712"/>
            <a:ext cx="60945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effectLst/>
              </a:rPr>
              <a:t>Choosing To Go To Vertex-C: Node-3 (Path A → C)</a:t>
            </a:r>
            <a:endParaRPr lang="en-US" b="1" dirty="0"/>
          </a:p>
          <a:p>
            <a:r>
              <a:rPr lang="en-US" dirty="0"/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From the reduced matrix of step-01, M[A,C] = 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row-A and column-C to </a:t>
            </a:r>
            <a:r>
              <a:rPr lang="en-US" sz="1200" dirty="0">
                <a:effectLst/>
              </a:rPr>
              <a:t>∞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M[C,A] = </a:t>
            </a:r>
            <a:r>
              <a:rPr lang="en-US" sz="1200" dirty="0">
                <a:effectLst/>
              </a:rPr>
              <a:t>∞</a:t>
            </a:r>
            <a:endParaRPr lang="en-US" dirty="0"/>
          </a:p>
          <a:p>
            <a:r>
              <a:rPr lang="en-US" dirty="0"/>
              <a:t> </a:t>
            </a:r>
          </a:p>
          <a:p>
            <a:r>
              <a:rPr lang="en-US" dirty="0"/>
              <a:t>Now, resulting cost matrix is-</a:t>
            </a:r>
          </a:p>
        </p:txBody>
      </p:sp>
      <p:pic>
        <p:nvPicPr>
          <p:cNvPr id="9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F61C62A4-724D-4A67-BB5E-D463CD5DF1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2244" y="914401"/>
            <a:ext cx="2409825" cy="20288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4B8077-4A17-4C82-9BE9-F40FE25E78FD}"/>
              </a:ext>
            </a:extLst>
          </p:cNvPr>
          <p:cNvSpPr txBox="1"/>
          <p:nvPr/>
        </p:nvSpPr>
        <p:spPr>
          <a:xfrm>
            <a:off x="254000" y="3240348"/>
            <a:ext cx="6094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Cost(3)</a:t>
            </a:r>
          </a:p>
          <a:p>
            <a:r>
              <a:rPr lang="en-US" dirty="0"/>
              <a:t>= Cost(1) + Sum of reduction elements + M[A,C]</a:t>
            </a:r>
          </a:p>
          <a:p>
            <a:r>
              <a:rPr lang="en-US" dirty="0"/>
              <a:t>= 18 + 0 + 7</a:t>
            </a:r>
          </a:p>
          <a:p>
            <a:r>
              <a:rPr lang="en-US" dirty="0"/>
              <a:t>= 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57C500-5B4C-4189-977A-E7F948E2225B}"/>
              </a:ext>
            </a:extLst>
          </p:cNvPr>
          <p:cNvSpPr txBox="1"/>
          <p:nvPr/>
        </p:nvSpPr>
        <p:spPr>
          <a:xfrm>
            <a:off x="7619260" y="3751263"/>
            <a:ext cx="609452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u="sng" dirty="0">
                <a:effectLst/>
              </a:rPr>
              <a:t>Row Reduction-</a:t>
            </a:r>
            <a:endParaRPr lang="en-US" sz="1050" b="1" dirty="0"/>
          </a:p>
          <a:p>
            <a:r>
              <a:rPr lang="en-US" sz="1050" dirty="0"/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We can not reduce row-1 as all its elements are </a:t>
            </a:r>
            <a:r>
              <a:rPr lang="en-US" sz="800" dirty="0">
                <a:effectLst/>
              </a:rPr>
              <a:t>∞.</a:t>
            </a:r>
            <a:endParaRPr lang="en-US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There is no need to reduce row-2.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There is no need to reduce row-3.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There is no need to reduce row-4.</a:t>
            </a:r>
          </a:p>
          <a:p>
            <a:r>
              <a:rPr lang="en-US" sz="1050" dirty="0"/>
              <a:t> </a:t>
            </a:r>
          </a:p>
          <a:p>
            <a:r>
              <a:rPr lang="en-US" sz="1050" dirty="0"/>
              <a:t>Thus, the matrix is already row-reduced.</a:t>
            </a:r>
          </a:p>
          <a:p>
            <a:r>
              <a:rPr lang="en-US" sz="1050" dirty="0"/>
              <a:t> </a:t>
            </a:r>
          </a:p>
          <a:p>
            <a:r>
              <a:rPr lang="en-US" sz="1050" b="1" u="sng" dirty="0">
                <a:effectLst/>
              </a:rPr>
              <a:t>Column Reduction-</a:t>
            </a:r>
            <a:endParaRPr lang="en-US" sz="1050" b="1" dirty="0"/>
          </a:p>
          <a:p>
            <a:r>
              <a:rPr lang="en-US" sz="1050" dirty="0"/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There is no need to reduce column-1.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There is no need to reduce column-2.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We can not reduce column-3 as all its elements are </a:t>
            </a:r>
            <a:r>
              <a:rPr lang="en-US" sz="800" dirty="0">
                <a:effectLst/>
              </a:rPr>
              <a:t>∞.</a:t>
            </a:r>
            <a:endParaRPr lang="en-US" sz="105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There is no need to reduce column-4.</a:t>
            </a:r>
          </a:p>
        </p:txBody>
      </p:sp>
    </p:spTree>
    <p:extLst>
      <p:ext uri="{BB962C8B-B14F-4D97-AF65-F5344CB8AC3E}">
        <p14:creationId xmlns:p14="http://schemas.microsoft.com/office/powerpoint/2010/main" val="3442853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5FCE4-D572-4557-AF91-147027FBB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A22A88-FD35-4A3A-9DC1-562232C2E6E1}"/>
              </a:ext>
            </a:extLst>
          </p:cNvPr>
          <p:cNvSpPr txBox="1"/>
          <p:nvPr/>
        </p:nvSpPr>
        <p:spPr>
          <a:xfrm>
            <a:off x="162017" y="1043957"/>
            <a:ext cx="60945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effectLst/>
              </a:rPr>
              <a:t>Choosing To Go To Vertex-D: Node-4 (Path A → D)</a:t>
            </a:r>
            <a:endParaRPr lang="en-US" b="1" dirty="0"/>
          </a:p>
          <a:p>
            <a:r>
              <a:rPr lang="en-US" dirty="0"/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From the reduced matrix of step-01, M[A,D] = 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row-A and column-D to </a:t>
            </a:r>
            <a:r>
              <a:rPr lang="en-US" sz="1200" dirty="0">
                <a:effectLst/>
              </a:rPr>
              <a:t>∞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M[D,A] = </a:t>
            </a:r>
            <a:r>
              <a:rPr lang="en-US" sz="1200" dirty="0">
                <a:effectLst/>
              </a:rPr>
              <a:t>∞</a:t>
            </a:r>
            <a:endParaRPr lang="en-US" dirty="0"/>
          </a:p>
          <a:p>
            <a:r>
              <a:rPr lang="en-US" dirty="0"/>
              <a:t> </a:t>
            </a:r>
          </a:p>
          <a:p>
            <a:r>
              <a:rPr lang="en-US" dirty="0"/>
              <a:t>Now, resulting cost matrix is-</a:t>
            </a:r>
          </a:p>
        </p:txBody>
      </p:sp>
      <p:pic>
        <p:nvPicPr>
          <p:cNvPr id="9" name="Picture 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8BBB501-79FA-4E57-8EB0-F6112BDDBE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914" y="914401"/>
            <a:ext cx="2409825" cy="20288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D204851-4993-4A7D-9E93-D2494CB449F4}"/>
              </a:ext>
            </a:extLst>
          </p:cNvPr>
          <p:cNvSpPr txBox="1"/>
          <p:nvPr/>
        </p:nvSpPr>
        <p:spPr>
          <a:xfrm>
            <a:off x="8098654" y="3677082"/>
            <a:ext cx="371752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u="sng">
                <a:effectLst/>
              </a:rPr>
              <a:t>Row Reduction-</a:t>
            </a:r>
            <a:endParaRPr lang="en-US" sz="1100" b="1"/>
          </a:p>
          <a:p>
            <a:r>
              <a:rPr lang="en-US" sz="1100"/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We can not reduce row-1 as all its elements are </a:t>
            </a:r>
            <a:r>
              <a:rPr lang="en-US" sz="900">
                <a:effectLst/>
              </a:rPr>
              <a:t>∞.</a:t>
            </a:r>
            <a:endParaRPr lang="en-US" sz="1100"/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There is no need to reduce row-2.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Reduce all the elements of row-3 by 5.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There is no need to reduce row-4.</a:t>
            </a:r>
          </a:p>
          <a:p>
            <a:r>
              <a:rPr lang="en-US" sz="1100" b="1" u="sng">
                <a:effectLst/>
              </a:rPr>
              <a:t>Column Reduction-</a:t>
            </a:r>
            <a:endParaRPr lang="en-US" sz="1100" b="1"/>
          </a:p>
          <a:p>
            <a:r>
              <a:rPr lang="en-US" sz="1100"/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There is no need to reduce column-1.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There is no need to reduce column-2.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There is no need to reduce column-3.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We can not reduce column-4 as all its elements are </a:t>
            </a:r>
            <a:r>
              <a:rPr lang="en-US" sz="1100">
                <a:effectLst/>
              </a:rPr>
              <a:t>∞.</a:t>
            </a:r>
            <a:endParaRPr 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7721C0-D48F-4C79-A464-6C16A4259BCE}"/>
              </a:ext>
            </a:extLst>
          </p:cNvPr>
          <p:cNvSpPr txBox="1"/>
          <p:nvPr/>
        </p:nvSpPr>
        <p:spPr>
          <a:xfrm>
            <a:off x="162017" y="3429000"/>
            <a:ext cx="6094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Cost(4)</a:t>
            </a:r>
          </a:p>
          <a:p>
            <a:r>
              <a:rPr lang="en-US" dirty="0"/>
              <a:t>= Cost(1) + Sum of reduction elements + M[A,D]</a:t>
            </a:r>
          </a:p>
          <a:p>
            <a:r>
              <a:rPr lang="en-US" dirty="0"/>
              <a:t>= 18 + 5 + 3</a:t>
            </a:r>
          </a:p>
          <a:p>
            <a:r>
              <a:rPr lang="en-US" dirty="0"/>
              <a:t>= 26</a:t>
            </a:r>
          </a:p>
        </p:txBody>
      </p:sp>
    </p:spTree>
    <p:extLst>
      <p:ext uri="{BB962C8B-B14F-4D97-AF65-F5344CB8AC3E}">
        <p14:creationId xmlns:p14="http://schemas.microsoft.com/office/powerpoint/2010/main" val="38965694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E78C3-BAEE-4BEE-BD46-2264F77F7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3A675-A8AD-4AFB-AF6A-4E940DA66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Thus, we have-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Cost(2) = 36 (for Path A → 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Cost(3) = 25 (for Path A → 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Cost(4) = 26 (for Path A → D)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choose the node with the lowest cost.</a:t>
            </a:r>
          </a:p>
          <a:p>
            <a:r>
              <a:rPr lang="en-US" dirty="0"/>
              <a:t>Since cost for node-3 is lowest, so we prefer to visit node-3.</a:t>
            </a:r>
          </a:p>
          <a:p>
            <a:r>
              <a:rPr lang="en-US" dirty="0"/>
              <a:t>Thus, we choose node-3 i.e. path </a:t>
            </a:r>
            <a:r>
              <a:rPr lang="en-US" b="1" dirty="0"/>
              <a:t>A → C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9866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48C8D9-95A5-481B-83D6-D36FB62DDD0D}"/>
              </a:ext>
            </a:extLst>
          </p:cNvPr>
          <p:cNvSpPr txBox="1"/>
          <p:nvPr/>
        </p:nvSpPr>
        <p:spPr>
          <a:xfrm>
            <a:off x="188651" y="74539"/>
            <a:ext cx="6094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rgbClr val="C00000"/>
                </a:solidFill>
                <a:effectLst/>
              </a:rPr>
              <a:t>Step-03: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We explore the vertices B and D from node-3.</a:t>
            </a:r>
          </a:p>
          <a:p>
            <a:r>
              <a:rPr lang="en-US" dirty="0"/>
              <a:t>We now start from the cost matrix at node-3 which is-</a:t>
            </a:r>
          </a:p>
        </p:txBody>
      </p:sp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DB6D2E4-F338-4126-91AB-5021E939D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7554" y="255596"/>
            <a:ext cx="2409825" cy="2028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682152-192F-4F78-AFFD-D8FB70532536}"/>
              </a:ext>
            </a:extLst>
          </p:cNvPr>
          <p:cNvSpPr txBox="1"/>
          <p:nvPr/>
        </p:nvSpPr>
        <p:spPr>
          <a:xfrm>
            <a:off x="8324064" y="2416945"/>
            <a:ext cx="1622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</a:rPr>
              <a:t>Cost(3) = 25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82D5AA-39FB-4F14-B300-3DA73A67F4D1}"/>
              </a:ext>
            </a:extLst>
          </p:cNvPr>
          <p:cNvSpPr txBox="1"/>
          <p:nvPr/>
        </p:nvSpPr>
        <p:spPr>
          <a:xfrm>
            <a:off x="188651" y="1270009"/>
            <a:ext cx="60945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effectLst/>
              </a:rPr>
              <a:t>Choosing To Go To Vertex-B: Node-5 (Path A → C → B)</a:t>
            </a:r>
            <a:endParaRPr lang="en-US" b="1" dirty="0"/>
          </a:p>
          <a:p>
            <a:r>
              <a:rPr lang="en-US" dirty="0"/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From the reduced matrix of step-02, M[C,B] = </a:t>
            </a:r>
            <a:r>
              <a:rPr lang="en-US" sz="1200" dirty="0">
                <a:effectLst/>
              </a:rPr>
              <a:t>∞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row-C and column-B to </a:t>
            </a:r>
            <a:r>
              <a:rPr lang="en-US" sz="1200" dirty="0">
                <a:effectLst/>
              </a:rPr>
              <a:t>∞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M[B,A] = </a:t>
            </a:r>
            <a:r>
              <a:rPr lang="en-US" sz="1200" dirty="0">
                <a:effectLst/>
              </a:rPr>
              <a:t>∞</a:t>
            </a:r>
            <a:endParaRPr lang="en-US" dirty="0"/>
          </a:p>
          <a:p>
            <a:r>
              <a:rPr lang="en-US" dirty="0"/>
              <a:t> </a:t>
            </a:r>
          </a:p>
          <a:p>
            <a:r>
              <a:rPr lang="en-US" dirty="0"/>
              <a:t>Now, resulting cost matrix is-</a:t>
            </a:r>
          </a:p>
          <a:p>
            <a:r>
              <a:rPr lang="en-US" dirty="0"/>
              <a:t>Cost(5)</a:t>
            </a:r>
          </a:p>
          <a:p>
            <a:r>
              <a:rPr lang="en-US" dirty="0"/>
              <a:t>= cost(3) + Sum of reduction elements + M[C,B]</a:t>
            </a:r>
          </a:p>
          <a:p>
            <a:r>
              <a:rPr lang="en-US" dirty="0"/>
              <a:t>= 25 + (13 + 8) + </a:t>
            </a:r>
            <a:r>
              <a:rPr lang="en-US" sz="1800" dirty="0">
                <a:effectLst/>
              </a:rPr>
              <a:t>∞</a:t>
            </a:r>
            <a:endParaRPr lang="en-US" dirty="0"/>
          </a:p>
          <a:p>
            <a:r>
              <a:rPr lang="en-US" dirty="0"/>
              <a:t>= </a:t>
            </a:r>
            <a:r>
              <a:rPr lang="en-US" sz="1800" dirty="0">
                <a:effectLst/>
              </a:rPr>
              <a:t>∞</a:t>
            </a:r>
            <a:endParaRPr lang="en-US" dirty="0"/>
          </a:p>
          <a:p>
            <a:endParaRPr lang="en-US" dirty="0"/>
          </a:p>
        </p:txBody>
      </p:sp>
      <p:pic>
        <p:nvPicPr>
          <p:cNvPr id="13" name="Picture 1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8386C7C7-0FCF-49D6-8736-128370F64C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7554" y="3057311"/>
            <a:ext cx="2409825" cy="20288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9CF2519-2E75-4235-B0DA-73AB4F5B94A8}"/>
              </a:ext>
            </a:extLst>
          </p:cNvPr>
          <p:cNvSpPr txBox="1"/>
          <p:nvPr/>
        </p:nvSpPr>
        <p:spPr>
          <a:xfrm>
            <a:off x="188651" y="4489299"/>
            <a:ext cx="60945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u="sng" dirty="0">
                <a:effectLst/>
              </a:rPr>
              <a:t>Row Reduction-</a:t>
            </a:r>
            <a:endParaRPr lang="en-US" sz="1200" b="1" dirty="0"/>
          </a:p>
          <a:p>
            <a:r>
              <a:rPr lang="en-US" sz="1200" dirty="0"/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We can not reduce row-1 as all its elements are </a:t>
            </a:r>
            <a:r>
              <a:rPr lang="en-US" sz="1000" dirty="0">
                <a:effectLst/>
              </a:rPr>
              <a:t>∞.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Reduce all the elements of row-2 by 13.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We can not reduce row-3 as all its elements are </a:t>
            </a:r>
            <a:r>
              <a:rPr lang="en-US" sz="1000" dirty="0">
                <a:effectLst/>
              </a:rPr>
              <a:t>∞.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Reduce all the elements of row-4 by 8.</a:t>
            </a:r>
          </a:p>
          <a:p>
            <a:r>
              <a:rPr lang="en-US" sz="1200" b="1" u="sng" dirty="0">
                <a:effectLst/>
              </a:rPr>
              <a:t>Column Reduction-</a:t>
            </a:r>
            <a:endParaRPr lang="en-US" sz="1200" b="1" dirty="0"/>
          </a:p>
          <a:p>
            <a:r>
              <a:rPr lang="en-US" sz="1200" dirty="0"/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There is no need to reduce column-1.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We can not reduce column-2 as all its elements are </a:t>
            </a:r>
            <a:r>
              <a:rPr lang="en-US" sz="1200" dirty="0">
                <a:effectLst/>
              </a:rPr>
              <a:t>∞.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We can not reduce column-3 as all its elements are </a:t>
            </a:r>
            <a:r>
              <a:rPr lang="en-US" sz="1200" dirty="0">
                <a:effectLst/>
              </a:rPr>
              <a:t>∞.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There is no need to reduce column-4.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8433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FDD6-7B61-4137-8142-7E71E9F6B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100052-E5B0-4EA5-9B38-977EAA28BFE7}"/>
              </a:ext>
            </a:extLst>
          </p:cNvPr>
          <p:cNvSpPr txBox="1"/>
          <p:nvPr/>
        </p:nvSpPr>
        <p:spPr>
          <a:xfrm>
            <a:off x="147468" y="880579"/>
            <a:ext cx="60945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effectLst/>
              </a:rPr>
              <a:t>Choosing To Go To Vertex-D: Node-6 (Path A → C → D)</a:t>
            </a:r>
            <a:endParaRPr lang="en-US" b="1" dirty="0"/>
          </a:p>
          <a:p>
            <a:r>
              <a:rPr lang="en-US" dirty="0"/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From the reduced matrix of step-02, M[C,D] = </a:t>
            </a:r>
            <a:r>
              <a:rPr lang="en-US" sz="1200" dirty="0">
                <a:effectLst/>
              </a:rPr>
              <a:t>∞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row-C and column-D to </a:t>
            </a:r>
            <a:r>
              <a:rPr lang="en-US" sz="1200" dirty="0">
                <a:effectLst/>
              </a:rPr>
              <a:t>∞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M[D,A] = </a:t>
            </a:r>
            <a:r>
              <a:rPr lang="en-US" sz="1200" dirty="0">
                <a:effectLst/>
              </a:rPr>
              <a:t>∞</a:t>
            </a:r>
            <a:endParaRPr lang="en-US" dirty="0"/>
          </a:p>
          <a:p>
            <a:r>
              <a:rPr lang="en-US" dirty="0"/>
              <a:t> </a:t>
            </a:r>
          </a:p>
          <a:p>
            <a:r>
              <a:rPr lang="en-US" dirty="0"/>
              <a:t>Now, resulting cost matrix is-</a:t>
            </a:r>
          </a:p>
        </p:txBody>
      </p:sp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3228939-8DD4-4ED8-B944-1153C536C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2042" y="1020793"/>
            <a:ext cx="2409825" cy="2028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49CF74-A04A-46FA-AAD5-ABCE259B6E1C}"/>
              </a:ext>
            </a:extLst>
          </p:cNvPr>
          <p:cNvSpPr txBox="1"/>
          <p:nvPr/>
        </p:nvSpPr>
        <p:spPr>
          <a:xfrm>
            <a:off x="7139865" y="3778143"/>
            <a:ext cx="60945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u="sng" dirty="0">
                <a:effectLst/>
              </a:rPr>
              <a:t>Row Reduction-</a:t>
            </a:r>
            <a:endParaRPr lang="en-US" sz="1200" b="1" dirty="0"/>
          </a:p>
          <a:p>
            <a:r>
              <a:rPr lang="en-US" sz="1200" dirty="0"/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We can not reduce row-1 as all its elements are </a:t>
            </a:r>
            <a:r>
              <a:rPr lang="en-US" sz="1000" dirty="0">
                <a:effectLst/>
              </a:rPr>
              <a:t>∞.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There is no need to reduce row-2.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We can not reduce row-3 as all its elements are </a:t>
            </a:r>
            <a:r>
              <a:rPr lang="en-US" sz="1000" dirty="0">
                <a:effectLst/>
              </a:rPr>
              <a:t>∞.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We can not reduce row-4 as all its elements are </a:t>
            </a:r>
            <a:r>
              <a:rPr lang="en-US" sz="1000" dirty="0">
                <a:effectLst/>
              </a:rPr>
              <a:t>∞.</a:t>
            </a:r>
            <a:endParaRPr lang="en-US" sz="1200" dirty="0"/>
          </a:p>
          <a:p>
            <a:r>
              <a:rPr lang="en-US" sz="1200" dirty="0"/>
              <a:t>  </a:t>
            </a:r>
          </a:p>
          <a:p>
            <a:r>
              <a:rPr lang="en-US" sz="1200" b="1" u="sng" dirty="0">
                <a:effectLst/>
              </a:rPr>
              <a:t>Column Reduction-</a:t>
            </a:r>
            <a:endParaRPr lang="en-US" sz="1200" b="1" dirty="0"/>
          </a:p>
          <a:p>
            <a:r>
              <a:rPr lang="en-US" sz="1200" dirty="0"/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There is no need to reduce column-1.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We can not reduce column-2 as all its elements are </a:t>
            </a:r>
            <a:r>
              <a:rPr lang="en-US" sz="1000" dirty="0">
                <a:effectLst/>
              </a:rPr>
              <a:t>∞.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We can not reduce column-3 as all its elements are </a:t>
            </a:r>
            <a:r>
              <a:rPr lang="en-US" sz="1000" dirty="0">
                <a:effectLst/>
              </a:rPr>
              <a:t>∞.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We can not reduce column-4 as all its elements are </a:t>
            </a:r>
            <a:r>
              <a:rPr lang="en-US" sz="1000" dirty="0">
                <a:effectLst/>
              </a:rPr>
              <a:t>∞</a:t>
            </a: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6B2FBC-A726-4DD4-AC63-BF8DE3BEC79D}"/>
              </a:ext>
            </a:extLst>
          </p:cNvPr>
          <p:cNvSpPr txBox="1"/>
          <p:nvPr/>
        </p:nvSpPr>
        <p:spPr>
          <a:xfrm>
            <a:off x="147468" y="2911904"/>
            <a:ext cx="66183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Cost(6)</a:t>
            </a:r>
          </a:p>
          <a:p>
            <a:r>
              <a:rPr lang="en-US" dirty="0"/>
              <a:t>= cost(3) + Sum of reduction elements + M[C,D]</a:t>
            </a:r>
          </a:p>
          <a:p>
            <a:r>
              <a:rPr lang="en-US" dirty="0"/>
              <a:t>= 25 + 0 + 0</a:t>
            </a:r>
          </a:p>
          <a:p>
            <a:r>
              <a:rPr lang="en-US" dirty="0"/>
              <a:t>= </a:t>
            </a:r>
            <a:r>
              <a:rPr lang="en-US" dirty="0">
                <a:effectLst/>
              </a:rPr>
              <a:t>25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932B6B-610B-45F4-B507-11E952FAFCEA}"/>
              </a:ext>
            </a:extLst>
          </p:cNvPr>
          <p:cNvSpPr txBox="1"/>
          <p:nvPr/>
        </p:nvSpPr>
        <p:spPr>
          <a:xfrm>
            <a:off x="254000" y="4703803"/>
            <a:ext cx="661830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Thus, we have-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Cost(5) = </a:t>
            </a:r>
            <a:r>
              <a:rPr lang="en-US" sz="1200" dirty="0">
                <a:effectLst/>
              </a:rPr>
              <a:t>∞</a:t>
            </a:r>
            <a:r>
              <a:rPr lang="en-US" dirty="0"/>
              <a:t> (for Path A → C → 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Cost(6) = 25 (for Path A → C → D)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We choose the node with the lowest cost.</a:t>
            </a:r>
          </a:p>
          <a:p>
            <a:r>
              <a:rPr lang="en-US" dirty="0"/>
              <a:t>Since cost for node-6 is lowest, so we prefer to visit node-6.</a:t>
            </a:r>
          </a:p>
          <a:p>
            <a:r>
              <a:rPr lang="en-US" dirty="0"/>
              <a:t>Thus, we choose node-6 i.e. path </a:t>
            </a:r>
            <a:r>
              <a:rPr lang="en-US" b="1" dirty="0"/>
              <a:t>C → 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6868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6C660-D565-4A60-A884-40FC0370D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78" y="301673"/>
            <a:ext cx="11684000" cy="808037"/>
          </a:xfrm>
        </p:spPr>
        <p:txBody>
          <a:bodyPr>
            <a:noAutofit/>
          </a:bodyPr>
          <a:lstStyle/>
          <a:p>
            <a:r>
              <a:rPr lang="en-US" sz="2000" u="sng" dirty="0">
                <a:solidFill>
                  <a:srgbClr val="C00000"/>
                </a:solidFill>
                <a:effectLst/>
              </a:rPr>
              <a:t>Step-04:</a:t>
            </a:r>
            <a:br>
              <a:rPr lang="en-US" sz="2000" dirty="0"/>
            </a:br>
            <a:r>
              <a:rPr lang="en-US" sz="2000" dirty="0"/>
              <a:t>We explore vertex B from node-6.</a:t>
            </a:r>
            <a:br>
              <a:rPr lang="en-US" sz="2000" dirty="0"/>
            </a:br>
            <a:r>
              <a:rPr lang="en-US" sz="2000" dirty="0"/>
              <a:t>We start with the cost matrix at node-6 which is-</a:t>
            </a:r>
            <a:br>
              <a:rPr lang="en-US" sz="2000" dirty="0"/>
            </a:br>
            <a:endParaRPr lang="en-IN" sz="2000" dirty="0"/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C4C443A-06E8-47BB-9A70-A4DF2C168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9708" y="1038548"/>
            <a:ext cx="2409825" cy="2028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3E7A74-D4E1-460C-B898-34644E9F503C}"/>
              </a:ext>
            </a:extLst>
          </p:cNvPr>
          <p:cNvSpPr txBox="1"/>
          <p:nvPr/>
        </p:nvSpPr>
        <p:spPr>
          <a:xfrm>
            <a:off x="9261629" y="3326452"/>
            <a:ext cx="1604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</a:rPr>
              <a:t>Cost(6) = 25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A923F-7D5B-45AB-8214-027810E5164E}"/>
              </a:ext>
            </a:extLst>
          </p:cNvPr>
          <p:cNvSpPr txBox="1"/>
          <p:nvPr/>
        </p:nvSpPr>
        <p:spPr>
          <a:xfrm>
            <a:off x="182978" y="1397675"/>
            <a:ext cx="60945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effectLst/>
              </a:rPr>
              <a:t>Choosing To Go To Vertex-B: Node-7 (Path A → C → D → B)</a:t>
            </a:r>
            <a:endParaRPr lang="en-US" b="1" dirty="0"/>
          </a:p>
          <a:p>
            <a:r>
              <a:rPr lang="en-US" dirty="0"/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From the reduced matrix of step-03, M[D,B] 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row-D and column-B to </a:t>
            </a:r>
            <a:r>
              <a:rPr lang="en-US" sz="1200" dirty="0">
                <a:effectLst/>
              </a:rPr>
              <a:t>∞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M[B,A] = </a:t>
            </a:r>
            <a:r>
              <a:rPr lang="en-US" sz="1200" dirty="0">
                <a:effectLst/>
              </a:rPr>
              <a:t>∞</a:t>
            </a:r>
            <a:endParaRPr lang="en-US" dirty="0"/>
          </a:p>
          <a:p>
            <a:r>
              <a:rPr lang="en-US" dirty="0"/>
              <a:t> </a:t>
            </a:r>
          </a:p>
          <a:p>
            <a:r>
              <a:rPr lang="en-US" dirty="0"/>
              <a:t>Now, resulting cost matrix is-</a:t>
            </a:r>
          </a:p>
        </p:txBody>
      </p:sp>
      <p:pic>
        <p:nvPicPr>
          <p:cNvPr id="11" name="Picture 10" descr="A picture containing application&#10;&#10;Description automatically generated">
            <a:extLst>
              <a:ext uri="{FF2B5EF4-FFF2-40B4-BE49-F238E27FC236}">
                <a16:creationId xmlns:a16="http://schemas.microsoft.com/office/drawing/2014/main" id="{50D318EB-0228-44D9-89C4-147F7354F3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9708" y="4092467"/>
            <a:ext cx="2409825" cy="20288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20D7E03-BC41-4383-A5E3-73A04E06A3B0}"/>
              </a:ext>
            </a:extLst>
          </p:cNvPr>
          <p:cNvSpPr txBox="1"/>
          <p:nvPr/>
        </p:nvSpPr>
        <p:spPr>
          <a:xfrm>
            <a:off x="182978" y="3663546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Thus, the matrix is already column reduced: column and row reduced.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CA7021-5500-463E-9E28-ADCE0839F07B}"/>
              </a:ext>
            </a:extLst>
          </p:cNvPr>
          <p:cNvSpPr txBox="1"/>
          <p:nvPr/>
        </p:nvSpPr>
        <p:spPr>
          <a:xfrm>
            <a:off x="182978" y="4544424"/>
            <a:ext cx="6094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Cost(7)</a:t>
            </a:r>
          </a:p>
          <a:p>
            <a:r>
              <a:rPr lang="en-US" dirty="0"/>
              <a:t>= cost(6) + Sum of reduction elements + M[D,B]</a:t>
            </a:r>
          </a:p>
          <a:p>
            <a:r>
              <a:rPr lang="en-US" dirty="0"/>
              <a:t>= 25 + 0 + </a:t>
            </a:r>
            <a:r>
              <a:rPr lang="en-US" dirty="0">
                <a:effectLst/>
              </a:rPr>
              <a:t>0</a:t>
            </a:r>
            <a:endParaRPr lang="en-US" dirty="0"/>
          </a:p>
          <a:p>
            <a:r>
              <a:rPr lang="en-US" dirty="0"/>
              <a:t>= </a:t>
            </a:r>
            <a:r>
              <a:rPr lang="en-US" dirty="0">
                <a:effectLst/>
              </a:rPr>
              <a:t>25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B726D2-5257-41FE-ACD2-51789CD38DB9}"/>
              </a:ext>
            </a:extLst>
          </p:cNvPr>
          <p:cNvSpPr txBox="1"/>
          <p:nvPr/>
        </p:nvSpPr>
        <p:spPr>
          <a:xfrm>
            <a:off x="182978" y="5806067"/>
            <a:ext cx="6094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Thus,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Optimal path is: </a:t>
            </a:r>
            <a:r>
              <a:rPr lang="en-US" b="1" dirty="0"/>
              <a:t>A → C → D → B → 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Cost of Optimal path = </a:t>
            </a:r>
            <a:r>
              <a:rPr lang="en-US" b="1" dirty="0"/>
              <a:t>25 units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15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122150368"/>
</p:tagLst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5387</TotalTime>
  <Words>2818</Words>
  <Application>Microsoft Office PowerPoint</Application>
  <PresentationFormat>Widescreen</PresentationFormat>
  <Paragraphs>449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Roboto Condensed</vt:lpstr>
      <vt:lpstr>Cambria Math</vt:lpstr>
      <vt:lpstr>Open Sans Semibold</vt:lpstr>
      <vt:lpstr>Calibri</vt:lpstr>
      <vt:lpstr>Wingdings 3</vt:lpstr>
      <vt:lpstr>Wingdings</vt:lpstr>
      <vt:lpstr>Arial</vt:lpstr>
      <vt:lpstr>Roboto Condensed Light</vt:lpstr>
      <vt:lpstr>Consolas</vt:lpstr>
      <vt:lpstr>Office Theme</vt:lpstr>
      <vt:lpstr> Back Tracking and Branch &amp; Bound </vt:lpstr>
      <vt:lpstr>PowerPoint Presentation</vt:lpstr>
      <vt:lpstr>Introduction</vt:lpstr>
      <vt:lpstr>Backtracking</vt:lpstr>
      <vt:lpstr>Example</vt:lpstr>
      <vt:lpstr>The N - Queens Problem</vt:lpstr>
      <vt:lpstr>The 4 - queen Problem </vt:lpstr>
      <vt:lpstr>N - Queen Problem</vt:lpstr>
      <vt:lpstr>N - Queen Problem  </vt:lpstr>
      <vt:lpstr>Algorithm</vt:lpstr>
      <vt:lpstr>Knapsack Problem</vt:lpstr>
      <vt:lpstr>Knapsack Problem – Cont…</vt:lpstr>
      <vt:lpstr>Knapsack Problem – Algorithm</vt:lpstr>
      <vt:lpstr>Travelling Salesman Problem</vt:lpstr>
      <vt:lpstr>TSP</vt:lpstr>
      <vt:lpstr>PowerPoint Presentation</vt:lpstr>
      <vt:lpstr>Problem:</vt:lpstr>
      <vt:lpstr>PowerPoint Presentation</vt:lpstr>
      <vt:lpstr>PowerPoint Presentation</vt:lpstr>
      <vt:lpstr> Step-02: We consider all other vertices one by one. We select the best vertex where we can land upon to minimize the tour cost.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Step-04: We explore vertex B from node-6. We start with the cost matrix at node-6 which is-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CSE-30</cp:lastModifiedBy>
  <cp:revision>551</cp:revision>
  <dcterms:created xsi:type="dcterms:W3CDTF">2020-05-01T05:09:15Z</dcterms:created>
  <dcterms:modified xsi:type="dcterms:W3CDTF">2023-11-28T05:14:56Z</dcterms:modified>
</cp:coreProperties>
</file>